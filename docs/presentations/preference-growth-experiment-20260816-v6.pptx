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3456ac3b1f4aed" /><Relationship Type="http://schemas.openxmlformats.org/officeDocument/2006/relationships/extended-properties" Target="/docProps/app.xml" Id="Rc9d1a51d53834194" /><Relationship Type="http://schemas.openxmlformats.org/officeDocument/2006/relationships/officeDocument" Target="/ppt/presentation.xml" Id="Re94292c8b00d4bbd" /></Relationships>
</file>

<file path=ppt/presentation.xml><?xml version="1.0" encoding="utf-8"?>
<p:presentation xmlns:p="http://schemas.openxmlformats.org/presentationml/2006/main">
  <p:sldMasterIdLst>
    <p:sldMasterId xmlns:r="http://schemas.openxmlformats.org/officeDocument/2006/relationships" id="2147483648" r:id="Rbd2fe8b0e9c841e2"/>
  </p:sldMasterIdLst>
  <p:notesMasterIdLst>
    <p:notesMasterId xmlns:r="http://schemas.openxmlformats.org/officeDocument/2006/relationships" r:id="Rc81b90cd75b34ea6"/>
  </p:notesMasterIdLst>
  <p:sldIdLst>
    <p:sldId xmlns:r="http://schemas.openxmlformats.org/officeDocument/2006/relationships" id="256" r:id="R96accacf8c734bde"/>
    <p:sldId xmlns:r="http://schemas.openxmlformats.org/officeDocument/2006/relationships" id="257" r:id="R3fd83cbd5ec04cc0"/>
    <p:sldId xmlns:r="http://schemas.openxmlformats.org/officeDocument/2006/relationships" id="258" r:id="Rd3f36cba34bb4c6a"/>
    <p:sldId xmlns:r="http://schemas.openxmlformats.org/officeDocument/2006/relationships" id="259" r:id="R9554fc2d352f4575"/>
    <p:sldId xmlns:r="http://schemas.openxmlformats.org/officeDocument/2006/relationships" id="260" r:id="R342b57adf9a74ee1"/>
    <p:sldId xmlns:r="http://schemas.openxmlformats.org/officeDocument/2006/relationships" id="261" r:id="Rbe60ead30df34566"/>
    <p:sldId xmlns:r="http://schemas.openxmlformats.org/officeDocument/2006/relationships" id="262" r:id="Rff2e7111169b44b9"/>
    <p:sldId xmlns:r="http://schemas.openxmlformats.org/officeDocument/2006/relationships" id="263" r:id="Rf9aa3e6094e240fa"/>
    <p:sldId xmlns:r="http://schemas.openxmlformats.org/officeDocument/2006/relationships" id="264" r:id="R6414b234f2114514"/>
    <p:sldId xmlns:r="http://schemas.openxmlformats.org/officeDocument/2006/relationships" id="265" r:id="Rb049fbe2b18245d7"/>
    <p:sldId xmlns:r="http://schemas.openxmlformats.org/officeDocument/2006/relationships" id="266" r:id="R8df49cacf61545f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939df3069d4ce0" /><Relationship Type="http://schemas.openxmlformats.org/officeDocument/2006/relationships/slideMaster" Target="/ppt/slideMasters/slideMaster1.xml" Id="Rbd2fe8b0e9c841e2" /><Relationship Type="http://schemas.openxmlformats.org/officeDocument/2006/relationships/notesMaster" Target="/ppt/notesMasters/notesMaster1.xml" Id="Rc81b90cd75b34ea6" /><Relationship Type="http://schemas.openxmlformats.org/officeDocument/2006/relationships/presProps" Target="/ppt/presProps.xml" Id="R5b2b2d868f244969" /><Relationship Type="http://schemas.openxmlformats.org/officeDocument/2006/relationships/tableStyles" Target="/ppt/tableStyles.xml" Id="R2a72fa0928fc409b" /><Relationship Type="http://schemas.openxmlformats.org/officeDocument/2006/relationships/slide" Target="/ppt/slides/slide1.xml" Id="R96accacf8c734bde" /><Relationship Type="http://schemas.openxmlformats.org/officeDocument/2006/relationships/slide" Target="/ppt/slides/slide2.xml" Id="R3fd83cbd5ec04cc0" /><Relationship Type="http://schemas.openxmlformats.org/officeDocument/2006/relationships/slide" Target="/ppt/slides/slide3.xml" Id="Rd3f36cba34bb4c6a" /><Relationship Type="http://schemas.openxmlformats.org/officeDocument/2006/relationships/slide" Target="/ppt/slides/slide4.xml" Id="R9554fc2d352f4575" /><Relationship Type="http://schemas.openxmlformats.org/officeDocument/2006/relationships/slide" Target="/ppt/slides/slide5.xml" Id="R342b57adf9a74ee1" /><Relationship Type="http://schemas.openxmlformats.org/officeDocument/2006/relationships/slide" Target="/ppt/slides/slide6.xml" Id="Rbe60ead30df34566" /><Relationship Type="http://schemas.openxmlformats.org/officeDocument/2006/relationships/slide" Target="/ppt/slides/slide7.xml" Id="Rff2e7111169b44b9" /><Relationship Type="http://schemas.openxmlformats.org/officeDocument/2006/relationships/slide" Target="/ppt/slides/slide8.xml" Id="Rf9aa3e6094e240fa" /><Relationship Type="http://schemas.openxmlformats.org/officeDocument/2006/relationships/slide" Target="/ppt/slides/slide9.xml" Id="R6414b234f2114514" /><Relationship Type="http://schemas.openxmlformats.org/officeDocument/2006/relationships/slide" Target="/ppt/slides/slide10.xml" Id="Rb049fbe2b18245d7" /><Relationship Type="http://schemas.openxmlformats.org/officeDocument/2006/relationships/slide" Target="/ppt/slides/slide11.xml" Id="R8df49cacf61545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0c2f249abc45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b3062d368940b7" /><Relationship Type="http://schemas.openxmlformats.org/officeDocument/2006/relationships/notesMaster" Target="/ppt/notesMasters/notesMaster1.xml" Id="R6be03a4aa12d47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be6eac761a4fd3" /><Relationship Type="http://schemas.openxmlformats.org/officeDocument/2006/relationships/notesMaster" Target="/ppt/notesMasters/notesMaster1.xml" Id="R2c3a9eb251a24f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692cbfdd5e4af0" /><Relationship Type="http://schemas.openxmlformats.org/officeDocument/2006/relationships/notesMaster" Target="/ppt/notesMasters/notesMaster1.xml" Id="Rf425f587e4304f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af29a28c5746f7" /><Relationship Type="http://schemas.openxmlformats.org/officeDocument/2006/relationships/notesMaster" Target="/ppt/notesMasters/notesMaster1.xml" Id="R5f9485f02cb544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e569a434544e42" /><Relationship Type="http://schemas.openxmlformats.org/officeDocument/2006/relationships/notesMaster" Target="/ppt/notesMasters/notesMaster1.xml" Id="R478e42bca9b24d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92dc1a7f034e04" /><Relationship Type="http://schemas.openxmlformats.org/officeDocument/2006/relationships/notesMaster" Target="/ppt/notesMasters/notesMaster1.xml" Id="R6fe021bfd3be48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fb17e2e96b24b25" /><Relationship Type="http://schemas.openxmlformats.org/officeDocument/2006/relationships/notesMaster" Target="/ppt/notesMasters/notesMaster1.xml" Id="R0734705f7bb64b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a2917b98d64337" /><Relationship Type="http://schemas.openxmlformats.org/officeDocument/2006/relationships/notesMaster" Target="/ppt/notesMasters/notesMaster1.xml" Id="R66b8bb39c93041f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cef6654203c4b74" /><Relationship Type="http://schemas.openxmlformats.org/officeDocument/2006/relationships/notesMaster" Target="/ppt/notesMasters/notesMaster1.xml" Id="R1948b94afe2843c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1fde2e8a914e50" /><Relationship Type="http://schemas.openxmlformats.org/officeDocument/2006/relationships/notesMaster" Target="/ppt/notesMasters/notesMaster1.xml" Id="R444aa0f9187247a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0f972fa30c34f5a" /><Relationship Type="http://schemas.openxmlformats.org/officeDocument/2006/relationships/notesMaster" Target="/ppt/notesMasters/notesMaster1.xml" Id="R15a9b8128f1847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今回の問いは一つです。過去の編集から好みを学び、次の台本に反映すると、完成形までの編集量が減るかを調べました。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台本の生成、必要箇所の編集、好みの抽出、次回生成への反映を1サイクルとして実装しました。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利用では青い経路だけを進みます。1回目の編集から履歴①を作り、2回目は履歴①を使って生成します。その編集から履歴②を追加し、3回目は履歴①と②を使います。灰色は実験用の比較生成であり、その編集は履歴へ追加し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模擬編集では編集数を指定していません。各好み方針に照らして必要と判断した文だけを編集しました。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編では平均修正率と呼びます。各文について生成文から完成文へのトークン編集距離を0〜100%に直し、未編集文も0%として全文章で平均します。この実測例では29文中1文だけが39.22%変更され、平均修正率は1.35%です。編集時間や認知負担は測っていません。正式名称は文平均正規化Levenshtein距離で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縦軸は平均修正率です。正式には文平均正規化編集距離を百分率表示しています。2回目と3回目はともに0%から20%、4ポイント刻みに統一しています。灰色は比較のためだけに履歴なしで生成した台本、青は1回目の履歴を使った実利用側の台本です。灰色側の編集は次回の履歴へ加えてい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回目では好みにより結果が分かれました。灰色は比較用の履歴なし生成、青は履歴①と②を使った実利用側です。結論先行は比較用では編集不要だった一方、実利用側では1文の修正が必要になりました。比較用の編集は履歴へ加えてい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最も流れが分かりやすかった事例です。ただし、単一生成の事例なので、同じ結果が再現するかは次の実験で確認します。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原因は確定ではありませんが、意味が近い好みが複数の指示として渡されたことが過剰適用につながった可能性があります。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結論は控えめにします。今回は反映経路の成立性と失敗モードを確認した段階です。次は重複統合あり・なし、複数回生成、実ユーザ評価へ進みます。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質問された場合の補足です。実装ではo200k_baseトークナイザを使い、各文のLevenshtein距離をmax(生成文長, 完成文長, 1)で割ってから全文章で平均します。文平均のため各文を同じ重みで扱います。語句移動は削除と挿入として数えられる点、意味的品質や時間を直接測らない点が限界です。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/Users/shohei/Documents/dev/lecture_craft/backend/app/preference_memory.py</a:t>
            </a:r>
          </a:p>
          <a:p xmlns:a="http://schemas.openxmlformats.org/drawingml/2006/main">
            <a:r>
              <a:t>- /Users/shohei/Documents/dev/lecture_craft/backend/experiments/preference_growth/run_experiment.py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b99f78b9bc4d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8ceb4c24914308" /><Relationship Type="http://schemas.openxmlformats.org/officeDocument/2006/relationships/slideLayout" Target="/ppt/slideLayouts/slideLayout1.xml" Id="Rea21f6a9b9b140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21f6a9b9b140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43d3c8de39d4933" /><Relationship Type="http://schemas.openxmlformats.org/officeDocument/2006/relationships/notesSlide" Target="/ppt/notesSlides/notesSlide1.xml" Id="Rf2be3d3a47fd44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dcf9db612b544b5" /><Relationship Type="http://schemas.openxmlformats.org/officeDocument/2006/relationships/notesSlide" Target="/ppt/notesSlides/notesSlide2.xml" Id="Ra15e4b2e99c04b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24fd26ea5104f17" /><Relationship Type="http://schemas.openxmlformats.org/officeDocument/2006/relationships/notesSlide" Target="/ppt/notesSlides/notesSlide3.xml" Id="R8fc07693c9754b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8f2e922e5f9437b" /><Relationship Type="http://schemas.openxmlformats.org/officeDocument/2006/relationships/notesSlide" Target="/ppt/notesSlides/notesSlide4.xml" Id="R2750cc6b0d9641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60638006edb4ac1" /><Relationship Type="http://schemas.openxmlformats.org/officeDocument/2006/relationships/notesSlide" Target="/ppt/notesSlides/notesSlide5.xml" Id="Rc7e9a973540e41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af8497f07a44dfa" /><Relationship Type="http://schemas.openxmlformats.org/officeDocument/2006/relationships/chart" Target="/ppt/slides/charts/chart1.xml" Id="R19f32c08f50e4a82" /><Relationship Type="http://schemas.openxmlformats.org/officeDocument/2006/relationships/notesSlide" Target="/ppt/notesSlides/notesSlide6.xml" Id="Rceaf8f31434745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57ceb1c17db47d8" /><Relationship Type="http://schemas.openxmlformats.org/officeDocument/2006/relationships/chart" Target="/ppt/slides/charts/chart2.xml" Id="Ra11c7976d8e54bc3" /><Relationship Type="http://schemas.openxmlformats.org/officeDocument/2006/relationships/notesSlide" Target="/ppt/notesSlides/notesSlide7.xml" Id="R98bfb06dbbef42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40e225a77e8432b" /><Relationship Type="http://schemas.openxmlformats.org/officeDocument/2006/relationships/notesSlide" Target="/ppt/notesSlides/notesSlide8.xml" Id="R7b33df726a7f4d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757efaa423e43ac" /><Relationship Type="http://schemas.openxmlformats.org/officeDocument/2006/relationships/notesSlide" Target="/ppt/notesSlides/notesSlide9.xml" Id="Ra34bfa4b7ffc40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539b7a7d6684a3e" /><Relationship Type="http://schemas.openxmlformats.org/officeDocument/2006/relationships/notesSlide" Target="/ppt/notesSlides/notesSlide10.xml" Id="R43de85c2cafb408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c9735dd84d94bc0" /><Relationship Type="http://schemas.openxmlformats.org/officeDocument/2006/relationships/notesSlide" Target="/ppt/notesSlides/notesSlide11.xml" Id="R9dbd46038e214f46" /></Relationships>
</file>

<file path=ppt/slides/charts/chart1.xml><?xml version="1.0" encoding="utf-8"?>
<c:chartSpace xmlns:c="http://schemas.openxmlformats.org/drawingml/2006/chart">
  <c:lang val="en-US"/>
  <c:chart>
    <c:plotArea>
      <c:barChart>
        <c:barDir val="col"/>
        <c:grouping val="clustered"/>
        <c:varyColors val="0"/>
        <c:ser>
          <c:idx val="0"/>
          <c:order val="0"/>
          <c:tx>
            <c:v>比較用：履歴なし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c:formatCode>
              <c:ptCount val="4"/>
              <c:pt idx="0">
                <c:v>12.23</c:v>
              </c:pt>
              <c:pt idx="1">
                <c:v>7.63</c:v>
              </c:pt>
              <c:pt idx="2">
                <c:v>9.24</c:v>
              </c:pt>
              <c:pt idx="3">
                <c:v>2.99</c:v>
              </c:pt>
            </c:numLit>
          </c:val>
        </c:ser>
        <c:ser>
          <c:idx val="1"/>
          <c:order val="1"/>
          <c:tx>
            <c:v>実利用側：履歴1回分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c:formatCode>
              <c:ptCount val="4"/>
              <c:pt idx="0">
                <c:v>5.48</c:v>
              </c:pt>
              <c:pt idx="1">
                <c:v>5.89</c:v>
              </c:pt>
              <c:pt idx="2">
                <c:v>0</c:v>
              </c:pt>
              <c:pt idx="3">
                <c:v>1.55</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20"/>
          <c:min val="0"/>
        </c:scaling>
        <c:delete val="0"/>
        <c:axPos val="l"/>
        <c:majorGridlines>
          <c:spPr>
            <a:ln xmlns:a="http://schemas.openxmlformats.org/drawingml/2006/main" w="9525">
              <a:solidFill>
                <a:srgbClr val="EDEDED"/>
              </a:solidFill>
              <a:prstDash val="solid"/>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4"/>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比較用：履歴なし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c:formatCode>
              <c:ptCount val="4"/>
              <c:pt idx="0">
                <c:v>18.03</c:v>
              </c:pt>
              <c:pt idx="1">
                <c:v>6.74</c:v>
              </c:pt>
              <c:pt idx="2">
                <c:v>0</c:v>
              </c:pt>
              <c:pt idx="3">
                <c:v>10.99</c:v>
              </c:pt>
            </c:numLit>
          </c:val>
        </c:ser>
        <c:ser>
          <c:idx val="1"/>
          <c:order val="1"/>
          <c:tx>
            <c:v>実利用側：履歴2回分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c:formatCode>
              <c:ptCount val="4"/>
              <c:pt idx="0">
                <c:v>13.1</c:v>
              </c:pt>
              <c:pt idx="1">
                <c:v>8.35</c:v>
              </c:pt>
              <c:pt idx="2">
                <c:v>1.35</c:v>
              </c:pt>
              <c:pt idx="3">
                <c:v>8.02</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20"/>
          <c:min val="0"/>
        </c:scaling>
        <c:delete val="0"/>
        <c:axPos val="l"/>
        <c:majorGridlines>
          <c:spPr>
            <a:ln xmlns:a="http://schemas.openxmlformats.org/drawingml/2006/main" w="9525">
              <a:solidFill>
                <a:srgbClr val="EDEDED"/>
              </a:solidFill>
              <a:prstDash val="solid"/>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4"/>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kicker">
            <a:extLst xmlns:a="http://schemas.openxmlformats.org/drawingml/2006/main">
              <a:ext uri="{FF2B5EF4-FFF2-40B4-BE49-F238E27FC236}">
                <a16:creationId xmlns:a16="http://schemas.microsoft.com/office/drawing/2014/main" id="{739D1499-BF4F-4319-8EBD-B909D63AA94A}"/>
              </a:ext>
            </a:extLst>
          </p:cNvPr>
          <p:cNvSpPr>
            <a:spLocks xmlns:a="http://schemas.openxmlformats.org/drawingml/2006/main" noGrp="1"/>
          </p:cNvSpPr>
          <p:nvPr/>
        </p:nvSpPr>
        <p:spPr>
          <a:xfrm xmlns:a="http://schemas.openxmlformats.org/drawingml/2006/main">
            <a:off x="457200" y="4572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61666E"/>
                </a:solidFill>
                <a:latin typeface="Helvetica Neue"/>
                <a:ea typeface="Helvetica Neue"/>
                <a:cs typeface="Helvetica Neue"/>
              </a:defRPr>
            </a:pPr>
            <a:r>
              <a:rPr sz="1650" b="0">
                <a:solidFill>
                  <a:srgbClr val="61666E"/>
                </a:solidFill>
                <a:latin typeface="Helvetica Neue"/>
                <a:ea typeface="Helvetica Neue"/>
                <a:cs typeface="Helvetica Neue"/>
              </a:rPr>
              <a:t>研究進捗報告</a:t>
            </a:r>
          </a:p>
        </p:txBody>
      </p:sp>
      <p:sp>
        <p:nvSpPr>
          <p:cNvPr id="2" name="cover">
            <a:extLst xmlns:a="http://schemas.openxmlformats.org/drawingml/2006/main">
              <a:ext uri="{FF2B5EF4-FFF2-40B4-BE49-F238E27FC236}">
                <a16:creationId xmlns:a16="http://schemas.microsoft.com/office/drawing/2014/main" id="{E0292519-3329-487C-94C3-704AFF4BD22D}"/>
              </a:ext>
            </a:extLst>
          </p:cNvPr>
          <p:cNvSpPr>
            <a:spLocks xmlns:a="http://schemas.openxmlformats.org/drawingml/2006/main" noGrp="1"/>
          </p:cNvSpPr>
          <p:nvPr/>
        </p:nvSpPr>
        <p:spPr>
          <a:xfrm xmlns:a="http://schemas.openxmlformats.org/drawingml/2006/main">
            <a:off x="457200" y="1952625"/>
            <a:ext cx="106680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編集履歴を次回の台本生成に反映すると、</a:t>
            </a:r>
          </a:p>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ユーザの編集量は減るか</a:t>
            </a:r>
          </a:p>
        </p:txBody>
      </p:sp>
      <p:sp>
        <p:nvSpPr>
          <p:cNvPr id="3" name="sub">
            <a:extLst xmlns:a="http://schemas.openxmlformats.org/drawingml/2006/main">
              <a:ext uri="{FF2B5EF4-FFF2-40B4-BE49-F238E27FC236}">
                <a16:creationId xmlns:a16="http://schemas.microsoft.com/office/drawing/2014/main" id="{8B457DE4-31F1-4077-87FA-43DCEE3882D8}"/>
              </a:ext>
            </a:extLst>
          </p:cNvPr>
          <p:cNvSpPr>
            <a:spLocks xmlns:a="http://schemas.openxmlformats.org/drawingml/2006/main" noGrp="1"/>
          </p:cNvSpPr>
          <p:nvPr/>
        </p:nvSpPr>
        <p:spPr>
          <a:xfrm xmlns:a="http://schemas.openxmlformats.org/drawingml/2006/main">
            <a:off x="457200" y="4810125"/>
            <a:ext cx="666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11111"/>
                </a:solidFill>
                <a:latin typeface="Helvetica Neue"/>
                <a:ea typeface="Helvetica Neue"/>
                <a:cs typeface="Helvetica Neue"/>
              </a:defRPr>
            </a:pPr>
            <a:r>
              <a:rPr sz="2025" b="0">
                <a:solidFill>
                  <a:srgbClr val="111111"/>
                </a:solidFill>
                <a:latin typeface="Helvetica Neue"/>
                <a:ea typeface="Helvetica Neue"/>
                <a:cs typeface="Helvetica Neue"/>
              </a:rPr>
              <a:t>4種類の好みによる予備実験</a:t>
            </a:r>
          </a:p>
        </p:txBody>
      </p:sp>
    </p:spTree>
    <p:extLst>
      <p:ext uri="{BB962C8B-B14F-4D97-AF65-F5344CB8AC3E}">
        <p14:creationId xmlns:p14="http://schemas.microsoft.com/office/powerpoint/2010/main" val="7828842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2">
            <a:extLst xmlns:a="http://schemas.openxmlformats.org/drawingml/2006/main">
              <a:ext uri="{FF2B5EF4-FFF2-40B4-BE49-F238E27FC236}">
                <a16:creationId xmlns:a16="http://schemas.microsoft.com/office/drawing/2014/main" id="{E11002B7-8481-47A4-BD0C-36E2757966CF}"/>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今回試したこと</a:t>
            </a:r>
          </a:p>
        </p:txBody>
      </p:sp>
      <p:sp>
        <p:nvSpPr>
          <p:cNvPr id="2" name="page-2">
            <a:extLst xmlns:a="http://schemas.openxmlformats.org/drawingml/2006/main">
              <a:ext uri="{FF2B5EF4-FFF2-40B4-BE49-F238E27FC236}">
                <a16:creationId xmlns:a16="http://schemas.microsoft.com/office/drawing/2014/main" id="{EAC1EA2D-6ED8-4318-B0DE-C63DD5C62FD8}"/>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2</a:t>
            </a:r>
          </a:p>
        </p:txBody>
      </p:sp>
      <p:sp>
        <p:nvSpPr>
          <p:cNvPr id="3" name="a1">
            <a:extLst xmlns:a="http://schemas.openxmlformats.org/drawingml/2006/main">
              <a:ext uri="{FF2B5EF4-FFF2-40B4-BE49-F238E27FC236}">
                <a16:creationId xmlns:a16="http://schemas.microsoft.com/office/drawing/2014/main" id="{B034CA70-4DB1-4C48-B8D4-7D6EC3897859}"/>
              </a:ext>
            </a:extLst>
          </p:cNvPr>
          <p:cNvSpPr>
            <a:spLocks xmlns:a="http://schemas.openxmlformats.org/drawingml/2006/main" noGrp="1"/>
          </p:cNvSpPr>
          <p:nvPr/>
        </p:nvSpPr>
        <p:spPr>
          <a:xfrm xmlns:a="http://schemas.openxmlformats.org/drawingml/2006/main">
            <a:off x="261937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a2">
            <a:extLst xmlns:a="http://schemas.openxmlformats.org/drawingml/2006/main">
              <a:ext uri="{FF2B5EF4-FFF2-40B4-BE49-F238E27FC236}">
                <a16:creationId xmlns:a16="http://schemas.microsoft.com/office/drawing/2014/main" id="{98F00DFB-F594-4B06-A56F-FD8950FC5C8F}"/>
              </a:ext>
            </a:extLst>
          </p:cNvPr>
          <p:cNvSpPr>
            <a:spLocks xmlns:a="http://schemas.openxmlformats.org/drawingml/2006/main" noGrp="1"/>
          </p:cNvSpPr>
          <p:nvPr/>
        </p:nvSpPr>
        <p:spPr>
          <a:xfrm xmlns:a="http://schemas.openxmlformats.org/drawingml/2006/main">
            <a:off x="557212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a3">
            <a:extLst xmlns:a="http://schemas.openxmlformats.org/drawingml/2006/main">
              <a:ext uri="{FF2B5EF4-FFF2-40B4-BE49-F238E27FC236}">
                <a16:creationId xmlns:a16="http://schemas.microsoft.com/office/drawing/2014/main" id="{B7C7A267-062E-44E3-A264-B80A41BC5AE6}"/>
              </a:ext>
            </a:extLst>
          </p:cNvPr>
          <p:cNvSpPr>
            <a:spLocks xmlns:a="http://schemas.openxmlformats.org/drawingml/2006/main" noGrp="1"/>
          </p:cNvSpPr>
          <p:nvPr/>
        </p:nvSpPr>
        <p:spPr>
          <a:xfrm xmlns:a="http://schemas.openxmlformats.org/drawingml/2006/main">
            <a:off x="852487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flow-0">
            <a:extLst xmlns:a="http://schemas.openxmlformats.org/drawingml/2006/main">
              <a:ext uri="{FF2B5EF4-FFF2-40B4-BE49-F238E27FC236}">
                <a16:creationId xmlns:a16="http://schemas.microsoft.com/office/drawing/2014/main" id="{91AEE6F2-E07C-4B45-AD63-5E1CBE2D137A}"/>
              </a:ext>
            </a:extLst>
          </p:cNvPr>
          <p:cNvSpPr>
            <a:spLocks xmlns:a="http://schemas.openxmlformats.org/drawingml/2006/main" noGrp="1"/>
          </p:cNvSpPr>
          <p:nvPr/>
        </p:nvSpPr>
        <p:spPr>
          <a:xfrm xmlns:a="http://schemas.openxmlformats.org/drawingml/2006/main">
            <a:off x="52387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h-0">
            <a:extLst xmlns:a="http://schemas.openxmlformats.org/drawingml/2006/main">
              <a:ext uri="{FF2B5EF4-FFF2-40B4-BE49-F238E27FC236}">
                <a16:creationId xmlns:a16="http://schemas.microsoft.com/office/drawing/2014/main" id="{1F2578EB-6C41-4539-AEAF-2ED9C29847BB}"/>
              </a:ext>
            </a:extLst>
          </p:cNvPr>
          <p:cNvSpPr>
            <a:spLocks xmlns:a="http://schemas.openxmlformats.org/drawingml/2006/main" noGrp="1"/>
          </p:cNvSpPr>
          <p:nvPr/>
        </p:nvSpPr>
        <p:spPr>
          <a:xfrm xmlns:a="http://schemas.openxmlformats.org/drawingml/2006/main">
            <a:off x="71437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① 台本を生成</a:t>
            </a:r>
          </a:p>
        </p:txBody>
      </p:sp>
      <p:sp>
        <p:nvSpPr>
          <p:cNvPr id="8" name="fb-0">
            <a:extLst xmlns:a="http://schemas.openxmlformats.org/drawingml/2006/main">
              <a:ext uri="{FF2B5EF4-FFF2-40B4-BE49-F238E27FC236}">
                <a16:creationId xmlns:a16="http://schemas.microsoft.com/office/drawing/2014/main" id="{758DB454-7EB3-49D0-BDCB-70D9C97C5005}"/>
              </a:ext>
            </a:extLst>
          </p:cNvPr>
          <p:cNvSpPr>
            <a:spLocks xmlns:a="http://schemas.openxmlformats.org/drawingml/2006/main" noGrp="1"/>
          </p:cNvSpPr>
          <p:nvPr/>
        </p:nvSpPr>
        <p:spPr>
          <a:xfrm xmlns:a="http://schemas.openxmlformats.org/drawingml/2006/main">
            <a:off x="71437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最初は好みの情報なし</a:t>
            </a:r>
          </a:p>
        </p:txBody>
      </p:sp>
      <p:sp>
        <p:nvSpPr>
          <p:cNvPr id="9" name="flow-1">
            <a:extLst xmlns:a="http://schemas.openxmlformats.org/drawingml/2006/main">
              <a:ext uri="{FF2B5EF4-FFF2-40B4-BE49-F238E27FC236}">
                <a16:creationId xmlns:a16="http://schemas.microsoft.com/office/drawing/2014/main" id="{1F2F7EED-2D61-4957-85F2-6021AC39226F}"/>
              </a:ext>
            </a:extLst>
          </p:cNvPr>
          <p:cNvSpPr>
            <a:spLocks xmlns:a="http://schemas.openxmlformats.org/drawingml/2006/main" noGrp="1"/>
          </p:cNvSpPr>
          <p:nvPr/>
        </p:nvSpPr>
        <p:spPr>
          <a:xfrm xmlns:a="http://schemas.openxmlformats.org/drawingml/2006/main">
            <a:off x="347662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fh-1">
            <a:extLst xmlns:a="http://schemas.openxmlformats.org/drawingml/2006/main">
              <a:ext uri="{FF2B5EF4-FFF2-40B4-BE49-F238E27FC236}">
                <a16:creationId xmlns:a16="http://schemas.microsoft.com/office/drawing/2014/main" id="{579EC468-7CB3-4170-A865-40433CDFD1B8}"/>
              </a:ext>
            </a:extLst>
          </p:cNvPr>
          <p:cNvSpPr>
            <a:spLocks xmlns:a="http://schemas.openxmlformats.org/drawingml/2006/main" noGrp="1"/>
          </p:cNvSpPr>
          <p:nvPr/>
        </p:nvSpPr>
        <p:spPr>
          <a:xfrm xmlns:a="http://schemas.openxmlformats.org/drawingml/2006/main">
            <a:off x="366712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② 好みに沿って編集</a:t>
            </a:r>
          </a:p>
        </p:txBody>
      </p:sp>
      <p:sp>
        <p:nvSpPr>
          <p:cNvPr id="11" name="fb-1">
            <a:extLst xmlns:a="http://schemas.openxmlformats.org/drawingml/2006/main">
              <a:ext uri="{FF2B5EF4-FFF2-40B4-BE49-F238E27FC236}">
                <a16:creationId xmlns:a16="http://schemas.microsoft.com/office/drawing/2014/main" id="{DEECB8BA-9E2A-49B6-8666-FF273CDB19E4}"/>
              </a:ext>
            </a:extLst>
          </p:cNvPr>
          <p:cNvSpPr>
            <a:spLocks xmlns:a="http://schemas.openxmlformats.org/drawingml/2006/main" noGrp="1"/>
          </p:cNvSpPr>
          <p:nvPr/>
        </p:nvSpPr>
        <p:spPr>
          <a:xfrm xmlns:a="http://schemas.openxmlformats.org/drawingml/2006/main">
            <a:off x="366712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違和感がある文だけ変更</a:t>
            </a:r>
          </a:p>
        </p:txBody>
      </p:sp>
      <p:sp>
        <p:nvSpPr>
          <p:cNvPr id="12" name="flow-2">
            <a:extLst xmlns:a="http://schemas.openxmlformats.org/drawingml/2006/main">
              <a:ext uri="{FF2B5EF4-FFF2-40B4-BE49-F238E27FC236}">
                <a16:creationId xmlns:a16="http://schemas.microsoft.com/office/drawing/2014/main" id="{A2858892-610C-4DEF-99CD-D76CCC600489}"/>
              </a:ext>
            </a:extLst>
          </p:cNvPr>
          <p:cNvSpPr>
            <a:spLocks xmlns:a="http://schemas.openxmlformats.org/drawingml/2006/main" noGrp="1"/>
          </p:cNvSpPr>
          <p:nvPr/>
        </p:nvSpPr>
        <p:spPr>
          <a:xfrm xmlns:a="http://schemas.openxmlformats.org/drawingml/2006/main">
            <a:off x="642937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fh-2">
            <a:extLst xmlns:a="http://schemas.openxmlformats.org/drawingml/2006/main">
              <a:ext uri="{FF2B5EF4-FFF2-40B4-BE49-F238E27FC236}">
                <a16:creationId xmlns:a16="http://schemas.microsoft.com/office/drawing/2014/main" id="{7F48A7EE-0D6E-4394-BDF1-60CB67B08E67}"/>
              </a:ext>
            </a:extLst>
          </p:cNvPr>
          <p:cNvSpPr>
            <a:spLocks xmlns:a="http://schemas.openxmlformats.org/drawingml/2006/main" noGrp="1"/>
          </p:cNvSpPr>
          <p:nvPr/>
        </p:nvSpPr>
        <p:spPr>
          <a:xfrm xmlns:a="http://schemas.openxmlformats.org/drawingml/2006/main">
            <a:off x="661987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677"/>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③ 編集から好みを抽出</a:t>
            </a:r>
          </a:p>
        </p:txBody>
      </p:sp>
      <p:sp>
        <p:nvSpPr>
          <p:cNvPr id="14" name="fb-2">
            <a:extLst xmlns:a="http://schemas.openxmlformats.org/drawingml/2006/main">
              <a:ext uri="{FF2B5EF4-FFF2-40B4-BE49-F238E27FC236}">
                <a16:creationId xmlns:a16="http://schemas.microsoft.com/office/drawing/2014/main" id="{CCCEA833-3777-42B2-99BC-E17319AAA60B}"/>
              </a:ext>
            </a:extLst>
          </p:cNvPr>
          <p:cNvSpPr>
            <a:spLocks xmlns:a="http://schemas.openxmlformats.org/drawingml/2006/main" noGrp="1"/>
          </p:cNvSpPr>
          <p:nvPr/>
        </p:nvSpPr>
        <p:spPr>
          <a:xfrm xmlns:a="http://schemas.openxmlformats.org/drawingml/2006/main">
            <a:off x="661987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編集前後の差をもとに推定</a:t>
            </a:r>
          </a:p>
        </p:txBody>
      </p:sp>
      <p:sp>
        <p:nvSpPr>
          <p:cNvPr id="15" name="flow-3">
            <a:extLst xmlns:a="http://schemas.openxmlformats.org/drawingml/2006/main">
              <a:ext uri="{FF2B5EF4-FFF2-40B4-BE49-F238E27FC236}">
                <a16:creationId xmlns:a16="http://schemas.microsoft.com/office/drawing/2014/main" id="{5EC297C8-FC27-4588-9210-5452984A3953}"/>
              </a:ext>
            </a:extLst>
          </p:cNvPr>
          <p:cNvSpPr>
            <a:spLocks xmlns:a="http://schemas.openxmlformats.org/drawingml/2006/main" noGrp="1"/>
          </p:cNvSpPr>
          <p:nvPr/>
        </p:nvSpPr>
        <p:spPr>
          <a:xfrm xmlns:a="http://schemas.openxmlformats.org/drawingml/2006/main">
            <a:off x="9382125" y="2143125"/>
            <a:ext cx="2286000" cy="2190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6" name="fh-3">
            <a:extLst xmlns:a="http://schemas.openxmlformats.org/drawingml/2006/main">
              <a:ext uri="{FF2B5EF4-FFF2-40B4-BE49-F238E27FC236}">
                <a16:creationId xmlns:a16="http://schemas.microsoft.com/office/drawing/2014/main" id="{9298F5F8-3F18-4295-A643-FF90470CABBC}"/>
              </a:ext>
            </a:extLst>
          </p:cNvPr>
          <p:cNvSpPr>
            <a:spLocks xmlns:a="http://schemas.openxmlformats.org/drawingml/2006/main" noGrp="1"/>
          </p:cNvSpPr>
          <p:nvPr/>
        </p:nvSpPr>
        <p:spPr>
          <a:xfrm xmlns:a="http://schemas.openxmlformats.org/drawingml/2006/main">
            <a:off x="957262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④ 次回生成に反映</a:t>
            </a:r>
          </a:p>
        </p:txBody>
      </p:sp>
      <p:sp>
        <p:nvSpPr>
          <p:cNvPr id="17" name="fb-3">
            <a:extLst xmlns:a="http://schemas.openxmlformats.org/drawingml/2006/main">
              <a:ext uri="{FF2B5EF4-FFF2-40B4-BE49-F238E27FC236}">
                <a16:creationId xmlns:a16="http://schemas.microsoft.com/office/drawing/2014/main" id="{34E1665C-7F9C-4CBE-9E75-BD50D0F4D0D2}"/>
              </a:ext>
            </a:extLst>
          </p:cNvPr>
          <p:cNvSpPr>
            <a:spLocks xmlns:a="http://schemas.openxmlformats.org/drawingml/2006/main" noGrp="1"/>
          </p:cNvSpPr>
          <p:nvPr/>
        </p:nvSpPr>
        <p:spPr>
          <a:xfrm xmlns:a="http://schemas.openxmlformats.org/drawingml/2006/main">
            <a:off x="957262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抽出した好みを指示として追加</a:t>
            </a:r>
          </a:p>
        </p:txBody>
      </p:sp>
      <p:sp>
        <p:nvSpPr>
          <p:cNvPr id="18" name="flow-foot">
            <a:extLst xmlns:a="http://schemas.openxmlformats.org/drawingml/2006/main">
              <a:ext uri="{FF2B5EF4-FFF2-40B4-BE49-F238E27FC236}">
                <a16:creationId xmlns:a16="http://schemas.microsoft.com/office/drawing/2014/main" id="{E7B4BF92-036E-423E-805D-6BE217D9A0AE}"/>
              </a:ext>
            </a:extLst>
          </p:cNvPr>
          <p:cNvSpPr>
            <a:spLocks xmlns:a="http://schemas.openxmlformats.org/drawingml/2006/main" noGrp="1"/>
          </p:cNvSpPr>
          <p:nvPr/>
        </p:nvSpPr>
        <p:spPr>
          <a:xfrm xmlns:a="http://schemas.openxmlformats.org/drawingml/2006/main">
            <a:off x="1619250" y="5143500"/>
            <a:ext cx="895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確認したいこと：2回目以降の台本が、編集前からユーザの好みに近づくか</a:t>
            </a:r>
          </a:p>
        </p:txBody>
      </p:sp>
    </p:spTree>
    <p:extLst>
      <p:ext uri="{BB962C8B-B14F-4D97-AF65-F5344CB8AC3E}">
        <p14:creationId xmlns:p14="http://schemas.microsoft.com/office/powerpoint/2010/main" val="11627759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itle-3">
            <a:extLst xmlns:a="http://schemas.openxmlformats.org/drawingml/2006/main">
              <a:ext uri="{FF2B5EF4-FFF2-40B4-BE49-F238E27FC236}">
                <a16:creationId xmlns:a16="http://schemas.microsoft.com/office/drawing/2014/main" id="{AE3FC099-2C8F-41C7-9C05-2C0A8178EE71}"/>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実際の連続利用に、効果測定用の比較を加えた</a:t>
            </a:r>
          </a:p>
        </p:txBody>
      </p:sp>
      <p:sp>
        <p:nvSpPr>
          <p:cNvPr id="2" name="page-3">
            <a:extLst xmlns:a="http://schemas.openxmlformats.org/drawingml/2006/main">
              <a:ext uri="{FF2B5EF4-FFF2-40B4-BE49-F238E27FC236}">
                <a16:creationId xmlns:a16="http://schemas.microsoft.com/office/drawing/2014/main" id="{155C7CF2-256C-4ED2-9974-9DB14CB48563}"/>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3</a:t>
            </a:r>
          </a:p>
        </p:txBody>
      </p:sp>
      <p:sp>
        <p:nvSpPr>
          <p:cNvPr id="3" name="legend-live">
            <a:extLst xmlns:a="http://schemas.openxmlformats.org/drawingml/2006/main">
              <a:ext uri="{FF2B5EF4-FFF2-40B4-BE49-F238E27FC236}">
                <a16:creationId xmlns:a16="http://schemas.microsoft.com/office/drawing/2014/main" id="{32AA1130-1D19-4EE5-8574-248016B0D782}"/>
              </a:ext>
            </a:extLst>
          </p:cNvPr>
          <p:cNvSpPr>
            <a:spLocks xmlns:a="http://schemas.openxmlformats.org/drawingml/2006/main" noGrp="1"/>
          </p:cNvSpPr>
          <p:nvPr/>
        </p:nvSpPr>
        <p:spPr>
          <a:xfrm xmlns:a="http://schemas.openxmlformats.org/drawingml/2006/main">
            <a:off x="619125" y="1095375"/>
            <a:ext cx="209550" cy="209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legend-live-t">
            <a:extLst xmlns:a="http://schemas.openxmlformats.org/drawingml/2006/main">
              <a:ext uri="{FF2B5EF4-FFF2-40B4-BE49-F238E27FC236}">
                <a16:creationId xmlns:a16="http://schemas.microsoft.com/office/drawing/2014/main" id="{C1D09104-9701-4C0D-8109-1B28ECE2F998}"/>
              </a:ext>
            </a:extLst>
          </p:cNvPr>
          <p:cNvSpPr>
            <a:spLocks xmlns:a="http://schemas.openxmlformats.org/drawingml/2006/main" noGrp="1"/>
          </p:cNvSpPr>
          <p:nvPr/>
        </p:nvSpPr>
        <p:spPr>
          <a:xfrm xmlns:a="http://schemas.openxmlformats.org/drawingml/2006/main">
            <a:off x="952500" y="1066800"/>
            <a:ext cx="423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実利用：編集履歴を次回へ引き継ぐ</a:t>
            </a:r>
          </a:p>
        </p:txBody>
      </p:sp>
      <p:sp>
        <p:nvSpPr>
          <p:cNvPr id="5" name="legend-control">
            <a:extLst xmlns:a="http://schemas.openxmlformats.org/drawingml/2006/main">
              <a:ext uri="{FF2B5EF4-FFF2-40B4-BE49-F238E27FC236}">
                <a16:creationId xmlns:a16="http://schemas.microsoft.com/office/drawing/2014/main" id="{0841C38A-2DE3-4A1E-8121-A6E626BB935C}"/>
              </a:ext>
            </a:extLst>
          </p:cNvPr>
          <p:cNvSpPr>
            <a:spLocks xmlns:a="http://schemas.openxmlformats.org/drawingml/2006/main" noGrp="1"/>
          </p:cNvSpPr>
          <p:nvPr/>
        </p:nvSpPr>
        <p:spPr>
          <a:xfrm xmlns:a="http://schemas.openxmlformats.org/drawingml/2006/main">
            <a:off x="6477000" y="1095375"/>
            <a:ext cx="209550" cy="2095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legend-control-t">
            <a:extLst xmlns:a="http://schemas.openxmlformats.org/drawingml/2006/main">
              <a:ext uri="{FF2B5EF4-FFF2-40B4-BE49-F238E27FC236}">
                <a16:creationId xmlns:a16="http://schemas.microsoft.com/office/drawing/2014/main" id="{01C1C073-3CE7-4A0B-A2E3-63D4F62B0EC3}"/>
              </a:ext>
            </a:extLst>
          </p:cNvPr>
          <p:cNvSpPr>
            <a:spLocks xmlns:a="http://schemas.openxmlformats.org/drawingml/2006/main" noGrp="1"/>
          </p:cNvSpPr>
          <p:nvPr/>
        </p:nvSpPr>
        <p:spPr>
          <a:xfrm xmlns:a="http://schemas.openxmlformats.org/drawingml/2006/main">
            <a:off x="6810375" y="10668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比較用：履歴なしで生成し、次回へは引き継がない</a:t>
            </a:r>
          </a:p>
        </p:txBody>
      </p:sp>
      <p:sp>
        <p:nvSpPr>
          <p:cNvPr id="7" name="live-a1">
            <a:extLst xmlns:a="http://schemas.openxmlformats.org/drawingml/2006/main">
              <a:ext uri="{FF2B5EF4-FFF2-40B4-BE49-F238E27FC236}">
                <a16:creationId xmlns:a16="http://schemas.microsoft.com/office/drawing/2014/main" id="{1159F3AB-D2EE-43CE-B39F-802D02103857}"/>
              </a:ext>
            </a:extLst>
          </p:cNvPr>
          <p:cNvSpPr>
            <a:spLocks xmlns:a="http://schemas.openxmlformats.org/drawingml/2006/main" noGrp="1"/>
          </p:cNvSpPr>
          <p:nvPr/>
        </p:nvSpPr>
        <p:spPr>
          <a:xfrm xmlns:a="http://schemas.openxmlformats.org/drawingml/2006/main">
            <a:off x="3714750" y="2952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live-a2">
            <a:extLst xmlns:a="http://schemas.openxmlformats.org/drawingml/2006/main">
              <a:ext uri="{FF2B5EF4-FFF2-40B4-BE49-F238E27FC236}">
                <a16:creationId xmlns:a16="http://schemas.microsoft.com/office/drawing/2014/main" id="{87A00202-270B-4862-AAC4-4B7D0FADE6AB}"/>
              </a:ext>
            </a:extLst>
          </p:cNvPr>
          <p:cNvSpPr>
            <a:spLocks xmlns:a="http://schemas.openxmlformats.org/drawingml/2006/main" noGrp="1"/>
          </p:cNvSpPr>
          <p:nvPr/>
        </p:nvSpPr>
        <p:spPr>
          <a:xfrm xmlns:a="http://schemas.openxmlformats.org/drawingml/2006/main">
            <a:off x="7667625" y="2952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rh-0">
            <a:extLst xmlns:a="http://schemas.openxmlformats.org/drawingml/2006/main">
              <a:ext uri="{FF2B5EF4-FFF2-40B4-BE49-F238E27FC236}">
                <a16:creationId xmlns:a16="http://schemas.microsoft.com/office/drawing/2014/main" id="{53D697F7-49D5-478A-9052-3C749D1A965D}"/>
              </a:ext>
            </a:extLst>
          </p:cNvPr>
          <p:cNvSpPr>
            <a:spLocks xmlns:a="http://schemas.openxmlformats.org/drawingml/2006/main" noGrp="1"/>
          </p:cNvSpPr>
          <p:nvPr/>
        </p:nvSpPr>
        <p:spPr>
          <a:xfrm xmlns:a="http://schemas.openxmlformats.org/drawingml/2006/main">
            <a:off x="523875"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1回目</a:t>
            </a:r>
          </a:p>
        </p:txBody>
      </p:sp>
      <p:sp>
        <p:nvSpPr>
          <p:cNvPr id="10" name="live-0">
            <a:extLst xmlns:a="http://schemas.openxmlformats.org/drawingml/2006/main">
              <a:ext uri="{FF2B5EF4-FFF2-40B4-BE49-F238E27FC236}">
                <a16:creationId xmlns:a16="http://schemas.microsoft.com/office/drawing/2014/main" id="{10C472E8-727D-47A2-9F8B-0E729DA31EC3}"/>
              </a:ext>
            </a:extLst>
          </p:cNvPr>
          <p:cNvSpPr>
            <a:spLocks xmlns:a="http://schemas.openxmlformats.org/drawingml/2006/main" noGrp="1"/>
          </p:cNvSpPr>
          <p:nvPr/>
        </p:nvSpPr>
        <p:spPr>
          <a:xfrm xmlns:a="http://schemas.openxmlformats.org/drawingml/2006/main">
            <a:off x="523875"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live-mark-0">
            <a:extLst xmlns:a="http://schemas.openxmlformats.org/drawingml/2006/main">
              <a:ext uri="{FF2B5EF4-FFF2-40B4-BE49-F238E27FC236}">
                <a16:creationId xmlns:a16="http://schemas.microsoft.com/office/drawing/2014/main" id="{16B57277-39CD-4FB1-906B-9D6D7B5D5905}"/>
              </a:ext>
            </a:extLst>
          </p:cNvPr>
          <p:cNvSpPr>
            <a:spLocks xmlns:a="http://schemas.openxmlformats.org/drawingml/2006/main" noGrp="1"/>
          </p:cNvSpPr>
          <p:nvPr/>
        </p:nvSpPr>
        <p:spPr>
          <a:xfrm xmlns:a="http://schemas.openxmlformats.org/drawingml/2006/main">
            <a:off x="523875"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ive-t-0">
            <a:extLst xmlns:a="http://schemas.openxmlformats.org/drawingml/2006/main">
              <a:ext uri="{FF2B5EF4-FFF2-40B4-BE49-F238E27FC236}">
                <a16:creationId xmlns:a16="http://schemas.microsoft.com/office/drawing/2014/main" id="{73BB639D-6FB1-404B-8924-104DA5BB84B3}"/>
              </a:ext>
            </a:extLst>
          </p:cNvPr>
          <p:cNvSpPr>
            <a:spLocks xmlns:a="http://schemas.openxmlformats.org/drawingml/2006/main" noGrp="1"/>
          </p:cNvSpPr>
          <p:nvPr/>
        </p:nvSpPr>
        <p:spPr>
          <a:xfrm xmlns:a="http://schemas.openxmlformats.org/drawingml/2006/main">
            <a:off x="828675"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履歴なしで生成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好み履歴①を作る</a:t>
            </a:r>
          </a:p>
        </p:txBody>
      </p:sp>
      <p:sp>
        <p:nvSpPr>
          <p:cNvPr id="13" name="rh-1">
            <a:extLst xmlns:a="http://schemas.openxmlformats.org/drawingml/2006/main">
              <a:ext uri="{FF2B5EF4-FFF2-40B4-BE49-F238E27FC236}">
                <a16:creationId xmlns:a16="http://schemas.microsoft.com/office/drawing/2014/main" id="{F795C03F-C025-46BD-B4B4-C33B7D5DDA91}"/>
              </a:ext>
            </a:extLst>
          </p:cNvPr>
          <p:cNvSpPr>
            <a:spLocks xmlns:a="http://schemas.openxmlformats.org/drawingml/2006/main" noGrp="1"/>
          </p:cNvSpPr>
          <p:nvPr/>
        </p:nvSpPr>
        <p:spPr>
          <a:xfrm xmlns:a="http://schemas.openxmlformats.org/drawingml/2006/main">
            <a:off x="4476750"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2回目</a:t>
            </a:r>
          </a:p>
        </p:txBody>
      </p:sp>
      <p:sp>
        <p:nvSpPr>
          <p:cNvPr id="14" name="live-1">
            <a:extLst xmlns:a="http://schemas.openxmlformats.org/drawingml/2006/main">
              <a:ext uri="{FF2B5EF4-FFF2-40B4-BE49-F238E27FC236}">
                <a16:creationId xmlns:a16="http://schemas.microsoft.com/office/drawing/2014/main" id="{4775BA9C-C194-4BDC-B2A3-6DAF2BF3BE5F}"/>
              </a:ext>
            </a:extLst>
          </p:cNvPr>
          <p:cNvSpPr>
            <a:spLocks xmlns:a="http://schemas.openxmlformats.org/drawingml/2006/main" noGrp="1"/>
          </p:cNvSpPr>
          <p:nvPr/>
        </p:nvSpPr>
        <p:spPr>
          <a:xfrm xmlns:a="http://schemas.openxmlformats.org/drawingml/2006/main">
            <a:off x="4476750"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5" name="live-mark-1">
            <a:extLst xmlns:a="http://schemas.openxmlformats.org/drawingml/2006/main">
              <a:ext uri="{FF2B5EF4-FFF2-40B4-BE49-F238E27FC236}">
                <a16:creationId xmlns:a16="http://schemas.microsoft.com/office/drawing/2014/main" id="{C4A4C274-F795-4A46-A1D5-41EE84713E50}"/>
              </a:ext>
            </a:extLst>
          </p:cNvPr>
          <p:cNvSpPr>
            <a:spLocks xmlns:a="http://schemas.openxmlformats.org/drawingml/2006/main" noGrp="1"/>
          </p:cNvSpPr>
          <p:nvPr/>
        </p:nvSpPr>
        <p:spPr>
          <a:xfrm xmlns:a="http://schemas.openxmlformats.org/drawingml/2006/main">
            <a:off x="4476750"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ive-t-1">
            <a:extLst xmlns:a="http://schemas.openxmlformats.org/drawingml/2006/main">
              <a:ext uri="{FF2B5EF4-FFF2-40B4-BE49-F238E27FC236}">
                <a16:creationId xmlns:a16="http://schemas.microsoft.com/office/drawing/2014/main" id="{FEE96AB0-F3B4-453E-AD15-1FA6D6F39478}"/>
              </a:ext>
            </a:extLst>
          </p:cNvPr>
          <p:cNvSpPr>
            <a:spLocks xmlns:a="http://schemas.openxmlformats.org/drawingml/2006/main" noGrp="1"/>
          </p:cNvSpPr>
          <p:nvPr/>
        </p:nvSpPr>
        <p:spPr>
          <a:xfrm xmlns:a="http://schemas.openxmlformats.org/drawingml/2006/main">
            <a:off x="4781550"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履歴①で新教材を生成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好み履歴②を追加</a:t>
            </a:r>
          </a:p>
        </p:txBody>
      </p:sp>
      <p:sp>
        <p:nvSpPr>
          <p:cNvPr id="17" name="rh-2">
            <a:extLst xmlns:a="http://schemas.openxmlformats.org/drawingml/2006/main">
              <a:ext uri="{FF2B5EF4-FFF2-40B4-BE49-F238E27FC236}">
                <a16:creationId xmlns:a16="http://schemas.microsoft.com/office/drawing/2014/main" id="{0B801572-7FF9-44E5-ABF1-843B42E39D42}"/>
              </a:ext>
            </a:extLst>
          </p:cNvPr>
          <p:cNvSpPr>
            <a:spLocks xmlns:a="http://schemas.openxmlformats.org/drawingml/2006/main" noGrp="1"/>
          </p:cNvSpPr>
          <p:nvPr/>
        </p:nvSpPr>
        <p:spPr>
          <a:xfrm xmlns:a="http://schemas.openxmlformats.org/drawingml/2006/main">
            <a:off x="8429625"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3回目</a:t>
            </a:r>
          </a:p>
        </p:txBody>
      </p:sp>
      <p:sp>
        <p:nvSpPr>
          <p:cNvPr id="18" name="live-2">
            <a:extLst xmlns:a="http://schemas.openxmlformats.org/drawingml/2006/main">
              <a:ext uri="{FF2B5EF4-FFF2-40B4-BE49-F238E27FC236}">
                <a16:creationId xmlns:a16="http://schemas.microsoft.com/office/drawing/2014/main" id="{35011F31-DAD4-46FE-A08C-E12BE5D645A9}"/>
              </a:ext>
            </a:extLst>
          </p:cNvPr>
          <p:cNvSpPr>
            <a:spLocks xmlns:a="http://schemas.openxmlformats.org/drawingml/2006/main" noGrp="1"/>
          </p:cNvSpPr>
          <p:nvPr/>
        </p:nvSpPr>
        <p:spPr>
          <a:xfrm xmlns:a="http://schemas.openxmlformats.org/drawingml/2006/main">
            <a:off x="8429625"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9" name="live-mark-2">
            <a:extLst xmlns:a="http://schemas.openxmlformats.org/drawingml/2006/main">
              <a:ext uri="{FF2B5EF4-FFF2-40B4-BE49-F238E27FC236}">
                <a16:creationId xmlns:a16="http://schemas.microsoft.com/office/drawing/2014/main" id="{0A403930-BD0E-4506-B426-4A15A97BE64D}"/>
              </a:ext>
            </a:extLst>
          </p:cNvPr>
          <p:cNvSpPr>
            <a:spLocks xmlns:a="http://schemas.openxmlformats.org/drawingml/2006/main" noGrp="1"/>
          </p:cNvSpPr>
          <p:nvPr/>
        </p:nvSpPr>
        <p:spPr>
          <a:xfrm xmlns:a="http://schemas.openxmlformats.org/drawingml/2006/main">
            <a:off x="8429625"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live-t-2">
            <a:extLst xmlns:a="http://schemas.openxmlformats.org/drawingml/2006/main">
              <a:ext uri="{FF2B5EF4-FFF2-40B4-BE49-F238E27FC236}">
                <a16:creationId xmlns:a16="http://schemas.microsoft.com/office/drawing/2014/main" id="{BD349E75-DB86-436E-88D2-BDEE3DD22DE2}"/>
              </a:ext>
            </a:extLst>
          </p:cNvPr>
          <p:cNvSpPr>
            <a:spLocks xmlns:a="http://schemas.openxmlformats.org/drawingml/2006/main" noGrp="1"/>
          </p:cNvSpPr>
          <p:nvPr/>
        </p:nvSpPr>
        <p:spPr>
          <a:xfrm xmlns:a="http://schemas.openxmlformats.org/drawingml/2006/main">
            <a:off x="8734425"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履歴①＋②で</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新教材を生成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p:txBody>
      </p:sp>
      <p:sp>
        <p:nvSpPr>
          <p:cNvPr id="21" name="control-1">
            <a:extLst xmlns:a="http://schemas.openxmlformats.org/drawingml/2006/main">
              <a:ext uri="{FF2B5EF4-FFF2-40B4-BE49-F238E27FC236}">
                <a16:creationId xmlns:a16="http://schemas.microsoft.com/office/drawing/2014/main" id="{3C79DC19-9CA6-4DF5-9816-8A1583D01AD3}"/>
              </a:ext>
            </a:extLst>
          </p:cNvPr>
          <p:cNvSpPr>
            <a:spLocks xmlns:a="http://schemas.openxmlformats.org/drawingml/2006/main" noGrp="1"/>
          </p:cNvSpPr>
          <p:nvPr/>
        </p:nvSpPr>
        <p:spPr>
          <a:xfrm xmlns:a="http://schemas.openxmlformats.org/drawingml/2006/main">
            <a:off x="4476750" y="4238625"/>
            <a:ext cx="3238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2" name="control-t-1">
            <a:extLst xmlns:a="http://schemas.openxmlformats.org/drawingml/2006/main">
              <a:ext uri="{FF2B5EF4-FFF2-40B4-BE49-F238E27FC236}">
                <a16:creationId xmlns:a16="http://schemas.microsoft.com/office/drawing/2014/main" id="{DFB70F3E-B7E5-40B1-B061-70588915B597}"/>
              </a:ext>
            </a:extLst>
          </p:cNvPr>
          <p:cNvSpPr>
            <a:spLocks xmlns:a="http://schemas.openxmlformats.org/drawingml/2006/main" noGrp="1"/>
          </p:cNvSpPr>
          <p:nvPr/>
        </p:nvSpPr>
        <p:spPr>
          <a:xfrm xmlns:a="http://schemas.openxmlformats.org/drawingml/2006/main">
            <a:off x="4714875" y="4448175"/>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645"/>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同じ2回目教材を履歴なしでも生成</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 実利用側との平均修正率を比較</a:t>
            </a:r>
          </a:p>
        </p:txBody>
      </p:sp>
      <p:sp>
        <p:nvSpPr>
          <p:cNvPr id="23" name="control-2">
            <a:extLst xmlns:a="http://schemas.openxmlformats.org/drawingml/2006/main">
              <a:ext uri="{FF2B5EF4-FFF2-40B4-BE49-F238E27FC236}">
                <a16:creationId xmlns:a16="http://schemas.microsoft.com/office/drawing/2014/main" id="{EC9FE425-0F4F-4D91-A36F-A44DCDAF7F7B}"/>
              </a:ext>
            </a:extLst>
          </p:cNvPr>
          <p:cNvSpPr>
            <a:spLocks xmlns:a="http://schemas.openxmlformats.org/drawingml/2006/main" noGrp="1"/>
          </p:cNvSpPr>
          <p:nvPr/>
        </p:nvSpPr>
        <p:spPr>
          <a:xfrm xmlns:a="http://schemas.openxmlformats.org/drawingml/2006/main">
            <a:off x="8429625" y="4238625"/>
            <a:ext cx="3238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4" name="control-t-2">
            <a:extLst xmlns:a="http://schemas.openxmlformats.org/drawingml/2006/main">
              <a:ext uri="{FF2B5EF4-FFF2-40B4-BE49-F238E27FC236}">
                <a16:creationId xmlns:a16="http://schemas.microsoft.com/office/drawing/2014/main" id="{244650CF-5931-47DC-A136-24A5A75BF1C7}"/>
              </a:ext>
            </a:extLst>
          </p:cNvPr>
          <p:cNvSpPr>
            <a:spLocks xmlns:a="http://schemas.openxmlformats.org/drawingml/2006/main" noGrp="1"/>
          </p:cNvSpPr>
          <p:nvPr/>
        </p:nvSpPr>
        <p:spPr>
          <a:xfrm xmlns:a="http://schemas.openxmlformats.org/drawingml/2006/main">
            <a:off x="8667750" y="4448175"/>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645"/>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同じ3回目教材を履歴なしでも生成</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 実利用側との平均修正率を比較</a:t>
            </a:r>
          </a:p>
        </p:txBody>
      </p:sp>
      <p:sp>
        <p:nvSpPr>
          <p:cNvPr id="25" name="no-feed-1">
            <a:extLst xmlns:a="http://schemas.openxmlformats.org/drawingml/2006/main">
              <a:ext uri="{FF2B5EF4-FFF2-40B4-BE49-F238E27FC236}">
                <a16:creationId xmlns:a16="http://schemas.microsoft.com/office/drawing/2014/main" id="{A52B77C4-C370-465D-8272-194136D4A0FE}"/>
              </a:ext>
            </a:extLst>
          </p:cNvPr>
          <p:cNvSpPr>
            <a:spLocks xmlns:a="http://schemas.openxmlformats.org/drawingml/2006/main" noGrp="1"/>
          </p:cNvSpPr>
          <p:nvPr/>
        </p:nvSpPr>
        <p:spPr>
          <a:xfrm xmlns:a="http://schemas.openxmlformats.org/drawingml/2006/main">
            <a:off x="4953000" y="5381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比較結果だけを記録</a:t>
            </a:r>
          </a:p>
        </p:txBody>
      </p:sp>
      <p:sp>
        <p:nvSpPr>
          <p:cNvPr id="26" name="no-feed-2">
            <a:extLst xmlns:a="http://schemas.openxmlformats.org/drawingml/2006/main">
              <a:ext uri="{FF2B5EF4-FFF2-40B4-BE49-F238E27FC236}">
                <a16:creationId xmlns:a16="http://schemas.microsoft.com/office/drawing/2014/main" id="{2A973B85-4F63-459B-9123-785F6E94DE49}"/>
              </a:ext>
            </a:extLst>
          </p:cNvPr>
          <p:cNvSpPr>
            <a:spLocks xmlns:a="http://schemas.openxmlformats.org/drawingml/2006/main" noGrp="1"/>
          </p:cNvSpPr>
          <p:nvPr/>
        </p:nvSpPr>
        <p:spPr>
          <a:xfrm xmlns:a="http://schemas.openxmlformats.org/drawingml/2006/main">
            <a:off x="8905875" y="5381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比較結果だけを記録</a:t>
            </a:r>
          </a:p>
        </p:txBody>
      </p:sp>
      <p:sp>
        <p:nvSpPr>
          <p:cNvPr id="27" name="key">
            <a:extLst xmlns:a="http://schemas.openxmlformats.org/drawingml/2006/main">
              <a:ext uri="{FF2B5EF4-FFF2-40B4-BE49-F238E27FC236}">
                <a16:creationId xmlns:a16="http://schemas.microsoft.com/office/drawing/2014/main" id="{F13608E1-51A3-42E6-9420-D50017F7C90D}"/>
              </a:ext>
            </a:extLst>
          </p:cNvPr>
          <p:cNvSpPr>
            <a:spLocks xmlns:a="http://schemas.openxmlformats.org/drawingml/2006/main" noGrp="1"/>
          </p:cNvSpPr>
          <p:nvPr/>
        </p:nvSpPr>
        <p:spPr>
          <a:xfrm xmlns:a="http://schemas.openxmlformats.org/drawingml/2006/main">
            <a:off x="1381125" y="5953125"/>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次回へ進むのは青い経路だけ。灰色は好み反映の効果を測るための比較用Control</a:t>
            </a:r>
          </a:p>
        </p:txBody>
      </p:sp>
    </p:spTree>
    <p:extLst>
      <p:ext uri="{BB962C8B-B14F-4D97-AF65-F5344CB8AC3E}">
        <p14:creationId xmlns:p14="http://schemas.microsoft.com/office/powerpoint/2010/main" val="3734906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4">
            <a:extLst xmlns:a="http://schemas.openxmlformats.org/drawingml/2006/main">
              <a:ext uri="{FF2B5EF4-FFF2-40B4-BE49-F238E27FC236}">
                <a16:creationId xmlns:a16="http://schemas.microsoft.com/office/drawing/2014/main" id="{C0DCA365-080E-4DF6-A5D2-E39F22921E25}"/>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編集回数は決めず、必要な文だけを直した</a:t>
            </a:r>
          </a:p>
        </p:txBody>
      </p:sp>
      <p:sp>
        <p:nvSpPr>
          <p:cNvPr id="2" name="page-4">
            <a:extLst xmlns:a="http://schemas.openxmlformats.org/drawingml/2006/main">
              <a:ext uri="{FF2B5EF4-FFF2-40B4-BE49-F238E27FC236}">
                <a16:creationId xmlns:a16="http://schemas.microsoft.com/office/drawing/2014/main" id="{C2534F6A-47B0-4C5C-B424-B3EB7AE2205F}"/>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4</a:t>
            </a:r>
          </a:p>
        </p:txBody>
      </p:sp>
      <p:sp>
        <p:nvSpPr>
          <p:cNvPr id="3" name="policy">
            <a:extLst xmlns:a="http://schemas.openxmlformats.org/drawingml/2006/main">
              <a:ext uri="{FF2B5EF4-FFF2-40B4-BE49-F238E27FC236}">
                <a16:creationId xmlns:a16="http://schemas.microsoft.com/office/drawing/2014/main" id="{38681A68-33A7-467E-8B89-B4AC228EA77E}"/>
              </a:ext>
            </a:extLst>
          </p:cNvPr>
          <p:cNvSpPr>
            <a:spLocks xmlns:a="http://schemas.openxmlformats.org/drawingml/2006/main" noGrp="1"/>
          </p:cNvSpPr>
          <p:nvPr/>
        </p:nvSpPr>
        <p:spPr>
          <a:xfrm xmlns:a="http://schemas.openxmlformats.org/drawingml/2006/main">
            <a:off x="1238250" y="125730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各好みの方針に照らし、すでに満たしている文は変更しない</a:t>
            </a:r>
          </a:p>
        </p:txBody>
      </p:sp>
      <p:sp>
        <p:nvSpPr>
          <p:cNvPr id="4" name="ex1-h">
            <a:extLst xmlns:a="http://schemas.openxmlformats.org/drawingml/2006/main">
              <a:ext uri="{FF2B5EF4-FFF2-40B4-BE49-F238E27FC236}">
                <a16:creationId xmlns:a16="http://schemas.microsoft.com/office/drawing/2014/main" id="{A8AE9C6D-5F50-4705-BD14-DEA00AD62937}"/>
              </a:ext>
            </a:extLst>
          </p:cNvPr>
          <p:cNvSpPr>
            <a:spLocks xmlns:a="http://schemas.openxmlformats.org/drawingml/2006/main" noGrp="1"/>
          </p:cNvSpPr>
          <p:nvPr/>
        </p:nvSpPr>
        <p:spPr>
          <a:xfrm xmlns:a="http://schemas.openxmlformats.org/drawingml/2006/main">
            <a:off x="666750" y="21907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例：簡潔にする</a:t>
            </a:r>
          </a:p>
        </p:txBody>
      </p:sp>
      <p:sp>
        <p:nvSpPr>
          <p:cNvPr id="5" name="ex1-b">
            <a:extLst xmlns:a="http://schemas.openxmlformats.org/drawingml/2006/main">
              <a:ext uri="{FF2B5EF4-FFF2-40B4-BE49-F238E27FC236}">
                <a16:creationId xmlns:a16="http://schemas.microsoft.com/office/drawing/2014/main" id="{E8B79EC2-FEBB-439D-897A-EB4BD373D867}"/>
              </a:ext>
            </a:extLst>
          </p:cNvPr>
          <p:cNvSpPr>
            <a:spLocks xmlns:a="http://schemas.openxmlformats.org/drawingml/2006/main" noGrp="1"/>
          </p:cNvSpPr>
          <p:nvPr/>
        </p:nvSpPr>
        <p:spPr>
          <a:xfrm xmlns:a="http://schemas.openxmlformats.org/drawingml/2006/main">
            <a:off x="666750" y="2714625"/>
            <a:ext cx="4810125"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ex1-bt">
            <a:extLst xmlns:a="http://schemas.openxmlformats.org/drawingml/2006/main">
              <a:ext uri="{FF2B5EF4-FFF2-40B4-BE49-F238E27FC236}">
                <a16:creationId xmlns:a16="http://schemas.microsoft.com/office/drawing/2014/main" id="{B5765E6C-0932-4345-8E84-8C6806D0E27C}"/>
              </a:ext>
            </a:extLst>
          </p:cNvPr>
          <p:cNvSpPr>
            <a:spLocks xmlns:a="http://schemas.openxmlformats.org/drawingml/2006/main" noGrp="1"/>
          </p:cNvSpPr>
          <p:nvPr/>
        </p:nvSpPr>
        <p:spPr>
          <a:xfrm xmlns:a="http://schemas.openxmlformats.org/drawingml/2006/main">
            <a:off x="904875"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「アクセスを与える前に相手が誰かを確認する」</a:t>
            </a:r>
          </a:p>
        </p:txBody>
      </p:sp>
      <p:sp>
        <p:nvSpPr>
          <p:cNvPr id="7" name="ex1-a">
            <a:extLst xmlns:a="http://schemas.openxmlformats.org/drawingml/2006/main">
              <a:ext uri="{FF2B5EF4-FFF2-40B4-BE49-F238E27FC236}">
                <a16:creationId xmlns:a16="http://schemas.microsoft.com/office/drawing/2014/main" id="{E4EA45DE-6F2F-4BEB-8C46-F7DDE93B5024}"/>
              </a:ext>
            </a:extLst>
          </p:cNvPr>
          <p:cNvSpPr>
            <a:spLocks xmlns:a="http://schemas.openxmlformats.org/drawingml/2006/main" noGrp="1"/>
          </p:cNvSpPr>
          <p:nvPr/>
        </p:nvSpPr>
        <p:spPr>
          <a:xfrm xmlns:a="http://schemas.openxmlformats.org/drawingml/2006/main">
            <a:off x="6715125" y="2714625"/>
            <a:ext cx="4810125" cy="10001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ex1-at">
            <a:extLst xmlns:a="http://schemas.openxmlformats.org/drawingml/2006/main">
              <a:ext uri="{FF2B5EF4-FFF2-40B4-BE49-F238E27FC236}">
                <a16:creationId xmlns:a16="http://schemas.microsoft.com/office/drawing/2014/main" id="{627FBDD9-9BAB-4C55-BE3F-3E9BE43D9402}"/>
              </a:ext>
            </a:extLst>
          </p:cNvPr>
          <p:cNvSpPr>
            <a:spLocks xmlns:a="http://schemas.openxmlformats.org/drawingml/2006/main" noGrp="1"/>
          </p:cNvSpPr>
          <p:nvPr/>
        </p:nvSpPr>
        <p:spPr>
          <a:xfrm xmlns:a="http://schemas.openxmlformats.org/drawingml/2006/main">
            <a:off x="6953250"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編集後</a:t>
            </a:r>
          </a:p>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「アクセス前に相手が誰かを確認する」</a:t>
            </a:r>
          </a:p>
        </p:txBody>
      </p:sp>
      <p:sp>
        <p:nvSpPr>
          <p:cNvPr id="9" name="ex-arrow">
            <a:extLst xmlns:a="http://schemas.openxmlformats.org/drawingml/2006/main">
              <a:ext uri="{FF2B5EF4-FFF2-40B4-BE49-F238E27FC236}">
                <a16:creationId xmlns:a16="http://schemas.microsoft.com/office/drawing/2014/main" id="{11FA9C7C-A557-44F8-AB20-477BF4FA602F}"/>
              </a:ext>
            </a:extLst>
          </p:cNvPr>
          <p:cNvSpPr>
            <a:spLocks xmlns:a="http://schemas.openxmlformats.org/drawingml/2006/main" noGrp="1"/>
          </p:cNvSpPr>
          <p:nvPr/>
        </p:nvSpPr>
        <p:spPr>
          <a:xfrm xmlns:a="http://schemas.openxmlformats.org/drawingml/2006/main">
            <a:off x="5667375"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ex2-h">
            <a:extLst xmlns:a="http://schemas.openxmlformats.org/drawingml/2006/main">
              <a:ext uri="{FF2B5EF4-FFF2-40B4-BE49-F238E27FC236}">
                <a16:creationId xmlns:a16="http://schemas.microsoft.com/office/drawing/2014/main" id="{6427D34D-4731-48B8-917E-9732CC6C37FF}"/>
              </a:ext>
            </a:extLst>
          </p:cNvPr>
          <p:cNvSpPr>
            <a:spLocks xmlns:a="http://schemas.openxmlformats.org/drawingml/2006/main" noGrp="1"/>
          </p:cNvSpPr>
          <p:nvPr/>
        </p:nvSpPr>
        <p:spPr>
          <a:xfrm xmlns:a="http://schemas.openxmlformats.org/drawingml/2006/main">
            <a:off x="666750" y="433387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好みによって編集対象が違う</a:t>
            </a:r>
          </a:p>
        </p:txBody>
      </p:sp>
      <p:sp>
        <p:nvSpPr>
          <p:cNvPr id="11" name="ex2">
            <a:extLst xmlns:a="http://schemas.openxmlformats.org/drawingml/2006/main">
              <a:ext uri="{FF2B5EF4-FFF2-40B4-BE49-F238E27FC236}">
                <a16:creationId xmlns:a16="http://schemas.microsoft.com/office/drawing/2014/main" id="{D85958CD-3014-410C-8F0C-0E187A97DA9E}"/>
              </a:ext>
            </a:extLst>
          </p:cNvPr>
          <p:cNvSpPr>
            <a:spLocks xmlns:a="http://schemas.openxmlformats.org/drawingml/2006/main" noGrp="1"/>
          </p:cNvSpPr>
          <p:nvPr/>
        </p:nvSpPr>
        <p:spPr>
          <a:xfrm xmlns:a="http://schemas.openxmlformats.org/drawingml/2006/main">
            <a:off x="666750" y="4905375"/>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定義重視 22.9%　／　具体例重視 12.6%　／　結論先行 4.7%　／　簡潔さ重視 25.5%</a:t>
            </a:r>
          </a:p>
        </p:txBody>
      </p:sp>
      <p:sp>
        <p:nvSpPr>
          <p:cNvPr id="12" name="ex-foot">
            <a:extLst xmlns:a="http://schemas.openxmlformats.org/drawingml/2006/main">
              <a:ext uri="{FF2B5EF4-FFF2-40B4-BE49-F238E27FC236}">
                <a16:creationId xmlns:a16="http://schemas.microsoft.com/office/drawing/2014/main" id="{78F6FC34-7480-4826-8F1C-4C18A2E83523}"/>
              </a:ext>
            </a:extLst>
          </p:cNvPr>
          <p:cNvSpPr>
            <a:spLocks xmlns:a="http://schemas.openxmlformats.org/drawingml/2006/main" noGrp="1"/>
          </p:cNvSpPr>
          <p:nvPr/>
        </p:nvSpPr>
        <p:spPr>
          <a:xfrm xmlns:a="http://schemas.openxmlformats.org/drawingml/2006/main">
            <a:off x="1428750" y="57626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61666E"/>
                </a:solidFill>
                <a:latin typeface="Helvetica Neue"/>
                <a:ea typeface="Helvetica Neue"/>
                <a:cs typeface="Helvetica Neue"/>
              </a:defRPr>
            </a:pPr>
            <a:r>
              <a:rPr sz="1575" b="0">
                <a:solidFill>
                  <a:srgbClr val="61666E"/>
                </a:solidFill>
                <a:latin typeface="Helvetica Neue"/>
                <a:ea typeface="Helvetica Neue"/>
                <a:cs typeface="Helvetica Neue"/>
              </a:rPr>
              <a:t>固定件数の編集ではないため、台本がすでに好みに合えば0文になる</a:t>
            </a:r>
          </a:p>
        </p:txBody>
      </p:sp>
    </p:spTree>
    <p:extLst>
      <p:ext uri="{BB962C8B-B14F-4D97-AF65-F5344CB8AC3E}">
        <p14:creationId xmlns:p14="http://schemas.microsoft.com/office/powerpoint/2010/main" val="355101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itle-5">
            <a:extLst xmlns:a="http://schemas.openxmlformats.org/drawingml/2006/main">
              <a:ext uri="{FF2B5EF4-FFF2-40B4-BE49-F238E27FC236}">
                <a16:creationId xmlns:a16="http://schemas.microsoft.com/office/drawing/2014/main" id="{E2D7FCBF-D091-4416-B6FA-4AD1C4ED5682}"/>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測るのは「台本の何％を書き換えたか」</a:t>
            </a:r>
          </a:p>
        </p:txBody>
      </p:sp>
      <p:sp>
        <p:nvSpPr>
          <p:cNvPr id="2" name="page-5">
            <a:extLst xmlns:a="http://schemas.openxmlformats.org/drawingml/2006/main">
              <a:ext uri="{FF2B5EF4-FFF2-40B4-BE49-F238E27FC236}">
                <a16:creationId xmlns:a16="http://schemas.microsoft.com/office/drawing/2014/main" id="{60E71920-46CA-4028-A3B1-5A16E2A2B467}"/>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5</a:t>
            </a:r>
          </a:p>
        </p:txBody>
      </p:sp>
      <p:sp>
        <p:nvSpPr>
          <p:cNvPr id="3" name="plain-definition">
            <a:extLst xmlns:a="http://schemas.openxmlformats.org/drawingml/2006/main">
              <a:ext uri="{FF2B5EF4-FFF2-40B4-BE49-F238E27FC236}">
                <a16:creationId xmlns:a16="http://schemas.microsoft.com/office/drawing/2014/main" id="{CDA01874-B64A-433F-B085-27725A3724D4}"/>
              </a:ext>
            </a:extLst>
          </p:cNvPr>
          <p:cNvSpPr>
            <a:spLocks xmlns:a="http://schemas.openxmlformats.org/drawingml/2006/main" noGrp="1"/>
          </p:cNvSpPr>
          <p:nvPr/>
        </p:nvSpPr>
        <p:spPr>
          <a:xfrm xmlns:a="http://schemas.openxmlformats.org/drawingml/2006/main">
            <a:off x="1571625" y="1095375"/>
            <a:ext cx="904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生成された台本をユーザの完成形に直すまでの変更割合</a:t>
            </a:r>
          </a:p>
        </p:txBody>
      </p:sp>
      <p:sp>
        <p:nvSpPr>
          <p:cNvPr id="4" name="metric-arrow-1">
            <a:extLst xmlns:a="http://schemas.openxmlformats.org/drawingml/2006/main">
              <a:ext uri="{FF2B5EF4-FFF2-40B4-BE49-F238E27FC236}">
                <a16:creationId xmlns:a16="http://schemas.microsoft.com/office/drawing/2014/main" id="{B6C59469-7568-4367-A419-9B670F0AC404}"/>
              </a:ext>
            </a:extLst>
          </p:cNvPr>
          <p:cNvSpPr>
            <a:spLocks xmlns:a="http://schemas.openxmlformats.org/drawingml/2006/main" noGrp="1"/>
          </p:cNvSpPr>
          <p:nvPr/>
        </p:nvSpPr>
        <p:spPr>
          <a:xfrm xmlns:a="http://schemas.openxmlformats.org/drawingml/2006/main">
            <a:off x="3714750" y="3190875"/>
            <a:ext cx="809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metric-arrow-2">
            <a:extLst xmlns:a="http://schemas.openxmlformats.org/drawingml/2006/main">
              <a:ext uri="{FF2B5EF4-FFF2-40B4-BE49-F238E27FC236}">
                <a16:creationId xmlns:a16="http://schemas.microsoft.com/office/drawing/2014/main" id="{602B8367-4C2D-4F0B-94C2-18FEEDD3D41D}"/>
              </a:ext>
            </a:extLst>
          </p:cNvPr>
          <p:cNvSpPr>
            <a:spLocks xmlns:a="http://schemas.openxmlformats.org/drawingml/2006/main" noGrp="1"/>
          </p:cNvSpPr>
          <p:nvPr/>
        </p:nvSpPr>
        <p:spPr>
          <a:xfrm xmlns:a="http://schemas.openxmlformats.org/drawingml/2006/main">
            <a:off x="7620000" y="3190875"/>
            <a:ext cx="809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step1-no">
            <a:extLst xmlns:a="http://schemas.openxmlformats.org/drawingml/2006/main">
              <a:ext uri="{FF2B5EF4-FFF2-40B4-BE49-F238E27FC236}">
                <a16:creationId xmlns:a16="http://schemas.microsoft.com/office/drawing/2014/main" id="{B9C8F411-7F7B-42BB-A902-D8C4876571F2}"/>
              </a:ext>
            </a:extLst>
          </p:cNvPr>
          <p:cNvSpPr>
            <a:spLocks xmlns:a="http://schemas.openxmlformats.org/drawingml/2006/main" noGrp="1"/>
          </p:cNvSpPr>
          <p:nvPr/>
        </p:nvSpPr>
        <p:spPr>
          <a:xfrm xmlns:a="http://schemas.openxmlformats.org/drawingml/2006/main">
            <a:off x="666750" y="209550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①</a:t>
            </a:r>
          </a:p>
        </p:txBody>
      </p:sp>
      <p:sp>
        <p:nvSpPr>
          <p:cNvPr id="7" name="step1-h">
            <a:extLst xmlns:a="http://schemas.openxmlformats.org/drawingml/2006/main">
              <a:ext uri="{FF2B5EF4-FFF2-40B4-BE49-F238E27FC236}">
                <a16:creationId xmlns:a16="http://schemas.microsoft.com/office/drawing/2014/main" id="{56456564-93E8-421C-90F7-1DB5E5F14989}"/>
              </a:ext>
            </a:extLst>
          </p:cNvPr>
          <p:cNvSpPr>
            <a:spLocks xmlns:a="http://schemas.openxmlformats.org/drawingml/2006/main" noGrp="1"/>
          </p:cNvSpPr>
          <p:nvPr/>
        </p:nvSpPr>
        <p:spPr>
          <a:xfrm xmlns:a="http://schemas.openxmlformats.org/drawingml/2006/main">
            <a:off x="1143000" y="20955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1文ずつ変更割合を出す</a:t>
            </a:r>
          </a:p>
        </p:txBody>
      </p:sp>
      <p:sp>
        <p:nvSpPr>
          <p:cNvPr id="8" name="step1-box">
            <a:extLst xmlns:a="http://schemas.openxmlformats.org/drawingml/2006/main">
              <a:ext uri="{FF2B5EF4-FFF2-40B4-BE49-F238E27FC236}">
                <a16:creationId xmlns:a16="http://schemas.microsoft.com/office/drawing/2014/main" id="{B25C3227-7194-44D3-830A-07395BA3D55D}"/>
              </a:ext>
            </a:extLst>
          </p:cNvPr>
          <p:cNvSpPr>
            <a:spLocks xmlns:a="http://schemas.openxmlformats.org/drawingml/2006/main" noGrp="1"/>
          </p:cNvSpPr>
          <p:nvPr/>
        </p:nvSpPr>
        <p:spPr>
          <a:xfrm xmlns:a="http://schemas.openxmlformats.org/drawingml/2006/main">
            <a:off x="666750" y="2714625"/>
            <a:ext cx="3048000" cy="1381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step1-body">
            <a:extLst xmlns:a="http://schemas.openxmlformats.org/drawingml/2006/main">
              <a:ext uri="{FF2B5EF4-FFF2-40B4-BE49-F238E27FC236}">
                <a16:creationId xmlns:a16="http://schemas.microsoft.com/office/drawing/2014/main" id="{5C456CED-F350-438D-9D34-F32B0FDE69E1}"/>
              </a:ext>
            </a:extLst>
          </p:cNvPr>
          <p:cNvSpPr>
            <a:spLocks xmlns:a="http://schemas.openxmlformats.org/drawingml/2006/main" noGrp="1"/>
          </p:cNvSpPr>
          <p:nvPr/>
        </p:nvSpPr>
        <p:spPr>
          <a:xfrm xmlns:a="http://schemas.openxmlformats.org/drawingml/2006/main">
            <a:off x="952500" y="3000375"/>
            <a:ext cx="247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変更なし　0%</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半分程度を書換え　約50%</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全面的に書換え　約100%</a:t>
            </a:r>
          </a:p>
        </p:txBody>
      </p:sp>
      <p:sp>
        <p:nvSpPr>
          <p:cNvPr id="10" name="step2-no">
            <a:extLst xmlns:a="http://schemas.openxmlformats.org/drawingml/2006/main">
              <a:ext uri="{FF2B5EF4-FFF2-40B4-BE49-F238E27FC236}">
                <a16:creationId xmlns:a16="http://schemas.microsoft.com/office/drawing/2014/main" id="{332D6B46-650F-43AC-92CC-A5EFB069D176}"/>
              </a:ext>
            </a:extLst>
          </p:cNvPr>
          <p:cNvSpPr>
            <a:spLocks xmlns:a="http://schemas.openxmlformats.org/drawingml/2006/main" noGrp="1"/>
          </p:cNvSpPr>
          <p:nvPr/>
        </p:nvSpPr>
        <p:spPr>
          <a:xfrm xmlns:a="http://schemas.openxmlformats.org/drawingml/2006/main">
            <a:off x="4524375" y="209550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②</a:t>
            </a:r>
          </a:p>
        </p:txBody>
      </p:sp>
      <p:sp>
        <p:nvSpPr>
          <p:cNvPr id="11" name="step2-h">
            <a:extLst xmlns:a="http://schemas.openxmlformats.org/drawingml/2006/main">
              <a:ext uri="{FF2B5EF4-FFF2-40B4-BE49-F238E27FC236}">
                <a16:creationId xmlns:a16="http://schemas.microsoft.com/office/drawing/2014/main" id="{E72C9208-2932-4488-86FB-E0632FB2A183}"/>
              </a:ext>
            </a:extLst>
          </p:cNvPr>
          <p:cNvSpPr>
            <a:spLocks xmlns:a="http://schemas.openxmlformats.org/drawingml/2006/main" noGrp="1"/>
          </p:cNvSpPr>
          <p:nvPr/>
        </p:nvSpPr>
        <p:spPr>
          <a:xfrm xmlns:a="http://schemas.openxmlformats.org/drawingml/2006/main">
            <a:off x="5000625" y="20955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全文章で平均する</a:t>
            </a:r>
          </a:p>
        </p:txBody>
      </p:sp>
      <p:sp>
        <p:nvSpPr>
          <p:cNvPr id="12" name="step2-box">
            <a:extLst xmlns:a="http://schemas.openxmlformats.org/drawingml/2006/main">
              <a:ext uri="{FF2B5EF4-FFF2-40B4-BE49-F238E27FC236}">
                <a16:creationId xmlns:a16="http://schemas.microsoft.com/office/drawing/2014/main" id="{7C878288-FE85-4F97-B1FE-8D26F2BB0C4C}"/>
              </a:ext>
            </a:extLst>
          </p:cNvPr>
          <p:cNvSpPr>
            <a:spLocks xmlns:a="http://schemas.openxmlformats.org/drawingml/2006/main" noGrp="1"/>
          </p:cNvSpPr>
          <p:nvPr/>
        </p:nvSpPr>
        <p:spPr>
          <a:xfrm xmlns:a="http://schemas.openxmlformats.org/drawingml/2006/main">
            <a:off x="4524375" y="2714625"/>
            <a:ext cx="3095625" cy="13811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3" name="step2-body">
            <a:extLst xmlns:a="http://schemas.openxmlformats.org/drawingml/2006/main">
              <a:ext uri="{FF2B5EF4-FFF2-40B4-BE49-F238E27FC236}">
                <a16:creationId xmlns:a16="http://schemas.microsoft.com/office/drawing/2014/main" id="{E98DB99D-8234-4138-9FF1-65B76ABC5E64}"/>
              </a:ext>
            </a:extLst>
          </p:cNvPr>
          <p:cNvSpPr>
            <a:spLocks xmlns:a="http://schemas.openxmlformats.org/drawingml/2006/main" noGrp="1"/>
          </p:cNvSpPr>
          <p:nvPr/>
        </p:nvSpPr>
        <p:spPr>
          <a:xfrm xmlns:a="http://schemas.openxmlformats.org/drawingml/2006/main">
            <a:off x="4857750" y="3000375"/>
            <a:ext cx="24288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実測例：全29文</a:t>
            </a:r>
          </a:p>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1文だけ 39.22%変更</a:t>
            </a:r>
          </a:p>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残り28文は変更なし</a:t>
            </a:r>
          </a:p>
        </p:txBody>
      </p:sp>
      <p:sp>
        <p:nvSpPr>
          <p:cNvPr id="14" name="step3-no">
            <a:extLst xmlns:a="http://schemas.openxmlformats.org/drawingml/2006/main">
              <a:ext uri="{FF2B5EF4-FFF2-40B4-BE49-F238E27FC236}">
                <a16:creationId xmlns:a16="http://schemas.microsoft.com/office/drawing/2014/main" id="{6E6D28CD-3A6E-4FDB-866E-10D6A3A32F61}"/>
              </a:ext>
            </a:extLst>
          </p:cNvPr>
          <p:cNvSpPr>
            <a:spLocks xmlns:a="http://schemas.openxmlformats.org/drawingml/2006/main" noGrp="1"/>
          </p:cNvSpPr>
          <p:nvPr/>
        </p:nvSpPr>
        <p:spPr>
          <a:xfrm xmlns:a="http://schemas.openxmlformats.org/drawingml/2006/main">
            <a:off x="8429625" y="209550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③</a:t>
            </a:r>
          </a:p>
        </p:txBody>
      </p:sp>
      <p:sp>
        <p:nvSpPr>
          <p:cNvPr id="15" name="step3-h">
            <a:extLst xmlns:a="http://schemas.openxmlformats.org/drawingml/2006/main">
              <a:ext uri="{FF2B5EF4-FFF2-40B4-BE49-F238E27FC236}">
                <a16:creationId xmlns:a16="http://schemas.microsoft.com/office/drawing/2014/main" id="{3A340D24-C2A1-45F7-88AE-CA8D5EA83FF0}"/>
              </a:ext>
            </a:extLst>
          </p:cNvPr>
          <p:cNvSpPr>
            <a:spLocks xmlns:a="http://schemas.openxmlformats.org/drawingml/2006/main" noGrp="1"/>
          </p:cNvSpPr>
          <p:nvPr/>
        </p:nvSpPr>
        <p:spPr>
          <a:xfrm xmlns:a="http://schemas.openxmlformats.org/drawingml/2006/main">
            <a:off x="8905875" y="20955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平均修正率として比較</a:t>
            </a:r>
          </a:p>
        </p:txBody>
      </p:sp>
      <p:sp>
        <p:nvSpPr>
          <p:cNvPr id="16" name="step3-box">
            <a:extLst xmlns:a="http://schemas.openxmlformats.org/drawingml/2006/main">
              <a:ext uri="{FF2B5EF4-FFF2-40B4-BE49-F238E27FC236}">
                <a16:creationId xmlns:a16="http://schemas.microsoft.com/office/drawing/2014/main" id="{4A19E4CA-6D94-4ACA-8411-78331FA2C7E6}"/>
              </a:ext>
            </a:extLst>
          </p:cNvPr>
          <p:cNvSpPr>
            <a:spLocks xmlns:a="http://schemas.openxmlformats.org/drawingml/2006/main" noGrp="1"/>
          </p:cNvSpPr>
          <p:nvPr/>
        </p:nvSpPr>
        <p:spPr>
          <a:xfrm xmlns:a="http://schemas.openxmlformats.org/drawingml/2006/main">
            <a:off x="8429625" y="2714625"/>
            <a:ext cx="3095625" cy="13811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step3-formula">
            <a:extLst xmlns:a="http://schemas.openxmlformats.org/drawingml/2006/main">
              <a:ext uri="{FF2B5EF4-FFF2-40B4-BE49-F238E27FC236}">
                <a16:creationId xmlns:a16="http://schemas.microsoft.com/office/drawing/2014/main" id="{AD9CA6DB-1A9A-45A3-A4A1-CCA38A5D4CE9}"/>
              </a:ext>
            </a:extLst>
          </p:cNvPr>
          <p:cNvSpPr>
            <a:spLocks xmlns:a="http://schemas.openxmlformats.org/drawingml/2006/main" noGrp="1"/>
          </p:cNvSpPr>
          <p:nvPr/>
        </p:nvSpPr>
        <p:spPr>
          <a:xfrm xmlns:a="http://schemas.openxmlformats.org/drawingml/2006/main">
            <a:off x="8763000" y="3048000"/>
            <a:ext cx="2428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0">
                <a:solidFill>
                  <a:srgbClr val="111111"/>
                </a:solidFill>
                <a:latin typeface="Helvetica Neue"/>
                <a:ea typeface="Helvetica Neue"/>
                <a:cs typeface="Helvetica Neue"/>
              </a:defRPr>
            </a:pPr>
            <a:r>
              <a:rPr sz="1800" b="0">
                <a:solidFill>
                  <a:srgbClr val="111111"/>
                </a:solidFill>
                <a:latin typeface="Helvetica Neue"/>
                <a:ea typeface="Helvetica Neue"/>
                <a:cs typeface="Helvetica Neue"/>
              </a:rPr>
              <a:t>39.22% ÷ 29文</a:t>
            </a:r>
          </a:p>
        </p:txBody>
      </p:sp>
      <p:sp>
        <p:nvSpPr>
          <p:cNvPr id="18" name="step3-result">
            <a:extLst xmlns:a="http://schemas.openxmlformats.org/drawingml/2006/main">
              <a:ext uri="{FF2B5EF4-FFF2-40B4-BE49-F238E27FC236}">
                <a16:creationId xmlns:a16="http://schemas.microsoft.com/office/drawing/2014/main" id="{8EC921AC-A52F-4C51-98BB-61FF663CAFCF}"/>
              </a:ext>
            </a:extLst>
          </p:cNvPr>
          <p:cNvSpPr>
            <a:spLocks xmlns:a="http://schemas.openxmlformats.org/drawingml/2006/main" noGrp="1"/>
          </p:cNvSpPr>
          <p:nvPr/>
        </p:nvSpPr>
        <p:spPr>
          <a:xfrm xmlns:a="http://schemas.openxmlformats.org/drawingml/2006/main">
            <a:off x="8763000" y="3476625"/>
            <a:ext cx="2428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550" b="1">
                <a:solidFill>
                  <a:srgbClr val="111111"/>
                </a:solidFill>
                <a:latin typeface="Helvetica Neue"/>
                <a:ea typeface="Helvetica Neue"/>
                <a:cs typeface="Helvetica Neue"/>
              </a:defRPr>
            </a:pPr>
            <a:r>
              <a:rPr sz="2550" b="1">
                <a:solidFill>
                  <a:srgbClr val="111111"/>
                </a:solidFill>
                <a:latin typeface="Helvetica Neue"/>
                <a:ea typeface="Helvetica Neue"/>
                <a:cs typeface="Helvetica Neue"/>
              </a:rPr>
              <a:t>＝ 1.35%</a:t>
            </a:r>
          </a:p>
        </p:txBody>
      </p:sp>
      <p:sp>
        <p:nvSpPr>
          <p:cNvPr id="19" name="meaning">
            <a:extLst xmlns:a="http://schemas.openxmlformats.org/drawingml/2006/main">
              <a:ext uri="{FF2B5EF4-FFF2-40B4-BE49-F238E27FC236}">
                <a16:creationId xmlns:a16="http://schemas.microsoft.com/office/drawing/2014/main" id="{2D509FCF-169D-46C6-885C-260888D2EF16}"/>
              </a:ext>
            </a:extLst>
          </p:cNvPr>
          <p:cNvSpPr>
            <a:spLocks xmlns:a="http://schemas.openxmlformats.org/drawingml/2006/main" noGrp="1"/>
          </p:cNvSpPr>
          <p:nvPr/>
        </p:nvSpPr>
        <p:spPr>
          <a:xfrm xmlns:a="http://schemas.openxmlformats.org/drawingml/2006/main">
            <a:off x="1428750" y="4714875"/>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1.35% ＝ 台本1文あたり、平均1.35%相当の修正が必要だった</a:t>
            </a:r>
          </a:p>
        </p:txBody>
      </p:sp>
      <p:sp>
        <p:nvSpPr>
          <p:cNvPr id="20" name="lower-better">
            <a:extLst xmlns:a="http://schemas.openxmlformats.org/drawingml/2006/main">
              <a:ext uri="{FF2B5EF4-FFF2-40B4-BE49-F238E27FC236}">
                <a16:creationId xmlns:a16="http://schemas.microsoft.com/office/drawing/2014/main" id="{2422EC38-3986-46F1-A435-7804CB5F6B33}"/>
              </a:ext>
            </a:extLst>
          </p:cNvPr>
          <p:cNvSpPr>
            <a:spLocks xmlns:a="http://schemas.openxmlformats.org/drawingml/2006/main" noGrp="1"/>
          </p:cNvSpPr>
          <p:nvPr/>
        </p:nvSpPr>
        <p:spPr>
          <a:xfrm xmlns:a="http://schemas.openxmlformats.org/drawingml/2006/main">
            <a:off x="2286000" y="5286375"/>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0">
                <a:solidFill>
                  <a:srgbClr val="111111"/>
                </a:solidFill>
                <a:latin typeface="Helvetica Neue"/>
                <a:ea typeface="Helvetica Neue"/>
                <a:cs typeface="Helvetica Neue"/>
              </a:defRPr>
            </a:pPr>
            <a:r>
              <a:rPr sz="1800" b="0">
                <a:solidFill>
                  <a:srgbClr val="111111"/>
                </a:solidFill>
                <a:latin typeface="Helvetica Neue"/>
                <a:ea typeface="Helvetica Neue"/>
                <a:cs typeface="Helvetica Neue"/>
              </a:rPr>
              <a:t>値が小さいほど、生成時点でユーザの完成形に近い</a:t>
            </a:r>
          </a:p>
        </p:txBody>
      </p:sp>
      <p:sp>
        <p:nvSpPr>
          <p:cNvPr id="21" name="limit">
            <a:extLst xmlns:a="http://schemas.openxmlformats.org/drawingml/2006/main">
              <a:ext uri="{FF2B5EF4-FFF2-40B4-BE49-F238E27FC236}">
                <a16:creationId xmlns:a16="http://schemas.microsoft.com/office/drawing/2014/main" id="{57D47D63-D15C-406C-B2D2-E699385D377D}"/>
              </a:ext>
            </a:extLst>
          </p:cNvPr>
          <p:cNvSpPr>
            <a:spLocks xmlns:a="http://schemas.openxmlformats.org/drawingml/2006/main" noGrp="1"/>
          </p:cNvSpPr>
          <p:nvPr/>
        </p:nvSpPr>
        <p:spPr>
          <a:xfrm xmlns:a="http://schemas.openxmlformats.org/drawingml/2006/main">
            <a:off x="1381125" y="6000750"/>
            <a:ext cx="942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D66A5E"/>
                </a:solidFill>
                <a:latin typeface="Helvetica Neue"/>
                <a:ea typeface="Helvetica Neue"/>
                <a:cs typeface="Helvetica Neue"/>
              </a:defRPr>
            </a:pPr>
            <a:r>
              <a:rPr sz="1425" b="0">
                <a:solidFill>
                  <a:srgbClr val="D66A5E"/>
                </a:solidFill>
                <a:latin typeface="Helvetica Neue"/>
                <a:ea typeface="Helvetica Neue"/>
                <a:cs typeface="Helvetica Neue"/>
              </a:rPr>
              <a:t>編集時間や心理的な負担ではない。正式な計算方法と限界は補足スライドに記載</a:t>
            </a:r>
          </a:p>
        </p:txBody>
      </p:sp>
    </p:spTree>
    <p:extLst>
      <p:ext uri="{BB962C8B-B14F-4D97-AF65-F5344CB8AC3E}">
        <p14:creationId xmlns:p14="http://schemas.microsoft.com/office/powerpoint/2010/main" val="853645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6">
            <a:extLst xmlns:a="http://schemas.openxmlformats.org/drawingml/2006/main">
              <a:ext uri="{FF2B5EF4-FFF2-40B4-BE49-F238E27FC236}">
                <a16:creationId xmlns:a16="http://schemas.microsoft.com/office/drawing/2014/main" id="{0ECEAF7B-9689-49B9-A3F1-1A5959DE5A32}"/>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2回目：4種類すべてで平均修正率が下がった</a:t>
            </a:r>
          </a:p>
        </p:txBody>
      </p:sp>
      <p:sp>
        <p:nvSpPr>
          <p:cNvPr id="2" name="page-6">
            <a:extLst xmlns:a="http://schemas.openxmlformats.org/drawingml/2006/main">
              <a:ext uri="{FF2B5EF4-FFF2-40B4-BE49-F238E27FC236}">
                <a16:creationId xmlns:a16="http://schemas.microsoft.com/office/drawing/2014/main" id="{0BD9EAE9-1FFA-4E62-B0F8-77FD63835A98}"/>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6</a:t>
            </a:r>
          </a:p>
        </p:txBody>
      </p:sp>
      <p:graphicFrame>
        <p:nvGraphicFramePr>
          <p:cNvPr id="14" name="Chart"/>
          <p:cNvGraphicFramePr/>
          <p:nvPr/>
        </p:nvGraphicFramePr>
        <p:xfrm>
          <a:off xmlns:a="http://schemas.openxmlformats.org/drawingml/2006/main" x="571500" y="1381125"/>
          <a:ext xmlns:a="http://schemas.openxmlformats.org/drawingml/2006/main" cx="8096250" cy="4333875"/>
        </p:xfrm>
        <a:graphic xmlns:a="http://schemas.openxmlformats.org/drawingml/2006/main">
          <a:graphicData uri="http://schemas.openxmlformats.org/drawingml/2006/chart">
            <c:chart xmlns:r="http://schemas.openxmlformats.org/officeDocument/2006/relationships" xmlns:c="http://schemas.openxmlformats.org/drawingml/2006/chart" r:id="R19f32c08f50e4a82"/>
          </a:graphicData>
        </a:graphic>
      </p:graphicFrame>
      <p:sp>
        <p:nvSpPr>
          <p:cNvPr id="4" name="r2-leg-c">
            <a:extLst xmlns:a="http://schemas.openxmlformats.org/drawingml/2006/main">
              <a:ext uri="{FF2B5EF4-FFF2-40B4-BE49-F238E27FC236}">
                <a16:creationId xmlns:a16="http://schemas.microsoft.com/office/drawing/2014/main" id="{2358C498-2116-49F5-8B70-DC9D7E5F99F4}"/>
              </a:ext>
            </a:extLst>
          </p:cNvPr>
          <p:cNvSpPr>
            <a:spLocks xmlns:a="http://schemas.openxmlformats.org/drawingml/2006/main" noGrp="1"/>
          </p:cNvSpPr>
          <p:nvPr/>
        </p:nvSpPr>
        <p:spPr>
          <a:xfrm xmlns:a="http://schemas.openxmlformats.org/drawingml/2006/main">
            <a:off x="2238375" y="5905500"/>
            <a:ext cx="171450" cy="1714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r2-leg-ct">
            <a:extLst xmlns:a="http://schemas.openxmlformats.org/drawingml/2006/main">
              <a:ext uri="{FF2B5EF4-FFF2-40B4-BE49-F238E27FC236}">
                <a16:creationId xmlns:a16="http://schemas.microsoft.com/office/drawing/2014/main" id="{3DA9B63C-4E5D-437D-B47E-E1994022108F}"/>
              </a:ext>
            </a:extLst>
          </p:cNvPr>
          <p:cNvSpPr>
            <a:spLocks xmlns:a="http://schemas.openxmlformats.org/drawingml/2006/main" noGrp="1"/>
          </p:cNvSpPr>
          <p:nvPr/>
        </p:nvSpPr>
        <p:spPr>
          <a:xfrm xmlns:a="http://schemas.openxmlformats.org/drawingml/2006/main">
            <a:off x="2505075" y="58769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比較用：履歴なし</a:t>
            </a:r>
          </a:p>
        </p:txBody>
      </p:sp>
      <p:sp>
        <p:nvSpPr>
          <p:cNvPr id="6" name="r2-leg-t">
            <a:extLst xmlns:a="http://schemas.openxmlformats.org/drawingml/2006/main">
              <a:ext uri="{FF2B5EF4-FFF2-40B4-BE49-F238E27FC236}">
                <a16:creationId xmlns:a16="http://schemas.microsoft.com/office/drawing/2014/main" id="{53664B32-45B0-419F-9038-51142F0FD02D}"/>
              </a:ext>
            </a:extLst>
          </p:cNvPr>
          <p:cNvSpPr>
            <a:spLocks xmlns:a="http://schemas.openxmlformats.org/drawingml/2006/main" noGrp="1"/>
          </p:cNvSpPr>
          <p:nvPr/>
        </p:nvSpPr>
        <p:spPr>
          <a:xfrm xmlns:a="http://schemas.openxmlformats.org/drawingml/2006/main">
            <a:off x="4476750" y="5905500"/>
            <a:ext cx="17145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r2-leg-tt">
            <a:extLst xmlns:a="http://schemas.openxmlformats.org/drawingml/2006/main">
              <a:ext uri="{FF2B5EF4-FFF2-40B4-BE49-F238E27FC236}">
                <a16:creationId xmlns:a16="http://schemas.microsoft.com/office/drawing/2014/main" id="{8C524173-B5E4-4F05-B0FA-548C1A7E7583}"/>
              </a:ext>
            </a:extLst>
          </p:cNvPr>
          <p:cNvSpPr>
            <a:spLocks xmlns:a="http://schemas.openxmlformats.org/drawingml/2006/main" noGrp="1"/>
          </p:cNvSpPr>
          <p:nvPr/>
        </p:nvSpPr>
        <p:spPr>
          <a:xfrm xmlns:a="http://schemas.openxmlformats.org/drawingml/2006/main">
            <a:off x="4743450" y="58769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実利用側：履歴1回分</a:t>
            </a:r>
          </a:p>
        </p:txBody>
      </p:sp>
      <p:sp>
        <p:nvSpPr>
          <p:cNvPr id="8" name="chart-unit">
            <a:extLst xmlns:a="http://schemas.openxmlformats.org/drawingml/2006/main">
              <a:ext uri="{FF2B5EF4-FFF2-40B4-BE49-F238E27FC236}">
                <a16:creationId xmlns:a16="http://schemas.microsoft.com/office/drawing/2014/main" id="{68CF03E1-04E2-408A-8D2B-89E6E063DCD8}"/>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平均修正率（%）― 小さいほど完成形に近い</a:t>
            </a:r>
          </a:p>
        </p:txBody>
      </p:sp>
      <p:sp>
        <p:nvSpPr>
          <p:cNvPr id="9" name="r2-head">
            <a:extLst xmlns:a="http://schemas.openxmlformats.org/drawingml/2006/main">
              <a:ext uri="{FF2B5EF4-FFF2-40B4-BE49-F238E27FC236}">
                <a16:creationId xmlns:a16="http://schemas.microsoft.com/office/drawing/2014/main" id="{88FE5B3F-092A-448B-8443-8FD166B242A3}"/>
              </a:ext>
            </a:extLst>
          </p:cNvPr>
          <p:cNvSpPr>
            <a:spLocks xmlns:a="http://schemas.openxmlformats.org/drawingml/2006/main" noGrp="1"/>
          </p:cNvSpPr>
          <p:nvPr/>
        </p:nvSpPr>
        <p:spPr>
          <a:xfrm xmlns:a="http://schemas.openxmlformats.org/drawingml/2006/main">
            <a:off x="9048750" y="1666875"/>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実利用側の相対変化</a:t>
            </a:r>
          </a:p>
        </p:txBody>
      </p:sp>
      <p:sp>
        <p:nvSpPr>
          <p:cNvPr id="10" name="r2-values">
            <a:extLst xmlns:a="http://schemas.openxmlformats.org/drawingml/2006/main">
              <a:ext uri="{FF2B5EF4-FFF2-40B4-BE49-F238E27FC236}">
                <a16:creationId xmlns:a16="http://schemas.microsoft.com/office/drawing/2014/main" id="{AD05D2E9-FF73-4C6B-819D-8329DF345EA4}"/>
              </a:ext>
            </a:extLst>
          </p:cNvPr>
          <p:cNvSpPr>
            <a:spLocks xmlns:a="http://schemas.openxmlformats.org/drawingml/2006/main" noGrp="1"/>
          </p:cNvSpPr>
          <p:nvPr/>
        </p:nvSpPr>
        <p:spPr>
          <a:xfrm xmlns:a="http://schemas.openxmlformats.org/drawingml/2006/main">
            <a:off x="9048750" y="2286000"/>
            <a:ext cx="2619375"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定義重視　55.2%減</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具体例重視　22.8%減</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結論先行　編集不要</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簡潔さ重視　48.2%減</a:t>
            </a:r>
          </a:p>
        </p:txBody>
      </p:sp>
      <p:sp>
        <p:nvSpPr>
          <p:cNvPr id="11" name="r2-foot">
            <a:extLst xmlns:a="http://schemas.openxmlformats.org/drawingml/2006/main">
              <a:ext uri="{FF2B5EF4-FFF2-40B4-BE49-F238E27FC236}">
                <a16:creationId xmlns:a16="http://schemas.microsoft.com/office/drawing/2014/main" id="{702E50AB-918F-4FA9-B289-E4702533E195}"/>
              </a:ext>
            </a:extLst>
          </p:cNvPr>
          <p:cNvSpPr>
            <a:spLocks xmlns:a="http://schemas.openxmlformats.org/drawingml/2006/main" noGrp="1"/>
          </p:cNvSpPr>
          <p:nvPr/>
        </p:nvSpPr>
        <p:spPr>
          <a:xfrm xmlns:a="http://schemas.openxmlformats.org/drawingml/2006/main">
            <a:off x="8905875" y="5095875"/>
            <a:ext cx="276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2回目だけを見ると、すべての好みで改善</a:t>
            </a:r>
          </a:p>
        </p:txBody>
      </p:sp>
    </p:spTree>
    <p:extLst>
      <p:ext uri="{BB962C8B-B14F-4D97-AF65-F5344CB8AC3E}">
        <p14:creationId xmlns:p14="http://schemas.microsoft.com/office/powerpoint/2010/main" val="20676799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7">
            <a:extLst xmlns:a="http://schemas.openxmlformats.org/drawingml/2006/main">
              <a:ext uri="{FF2B5EF4-FFF2-40B4-BE49-F238E27FC236}">
                <a16:creationId xmlns:a16="http://schemas.microsoft.com/office/drawing/2014/main" id="{BEB3CD53-8B71-45A1-9BEE-BFF4045B9AEC}"/>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3回目：定義・簡潔は改善、具体例・結論は悪化</a:t>
            </a:r>
          </a:p>
        </p:txBody>
      </p:sp>
      <p:sp>
        <p:nvSpPr>
          <p:cNvPr id="2" name="page-7">
            <a:extLst xmlns:a="http://schemas.openxmlformats.org/drawingml/2006/main">
              <a:ext uri="{FF2B5EF4-FFF2-40B4-BE49-F238E27FC236}">
                <a16:creationId xmlns:a16="http://schemas.microsoft.com/office/drawing/2014/main" id="{A882C117-4A3A-43CB-80F0-053C3922C2DF}"/>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7</a:t>
            </a:r>
          </a:p>
        </p:txBody>
      </p:sp>
      <p:graphicFrame>
        <p:nvGraphicFramePr>
          <p:cNvPr id="16" name="Chart"/>
          <p:cNvGraphicFramePr/>
          <p:nvPr/>
        </p:nvGraphicFramePr>
        <p:xfrm>
          <a:off xmlns:a="http://schemas.openxmlformats.org/drawingml/2006/main" x="571500" y="1381125"/>
          <a:ext xmlns:a="http://schemas.openxmlformats.org/drawingml/2006/main" cx="8096250" cy="4333875"/>
        </p:xfrm>
        <a:graphic xmlns:a="http://schemas.openxmlformats.org/drawingml/2006/main">
          <a:graphicData uri="http://schemas.openxmlformats.org/drawingml/2006/chart">
            <c:chart xmlns:r="http://schemas.openxmlformats.org/officeDocument/2006/relationships" xmlns:c="http://schemas.openxmlformats.org/drawingml/2006/chart" r:id="Ra11c7976d8e54bc3"/>
          </a:graphicData>
        </a:graphic>
      </p:graphicFrame>
      <p:sp>
        <p:nvSpPr>
          <p:cNvPr id="4" name="r3-leg-c">
            <a:extLst xmlns:a="http://schemas.openxmlformats.org/drawingml/2006/main">
              <a:ext uri="{FF2B5EF4-FFF2-40B4-BE49-F238E27FC236}">
                <a16:creationId xmlns:a16="http://schemas.microsoft.com/office/drawing/2014/main" id="{9D9D92AF-66DF-43FE-A487-9EECA9FCF02F}"/>
              </a:ext>
            </a:extLst>
          </p:cNvPr>
          <p:cNvSpPr>
            <a:spLocks xmlns:a="http://schemas.openxmlformats.org/drawingml/2006/main" noGrp="1"/>
          </p:cNvSpPr>
          <p:nvPr/>
        </p:nvSpPr>
        <p:spPr>
          <a:xfrm xmlns:a="http://schemas.openxmlformats.org/drawingml/2006/main">
            <a:off x="2238375" y="5905500"/>
            <a:ext cx="171450" cy="1714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r3-leg-ct">
            <a:extLst xmlns:a="http://schemas.openxmlformats.org/drawingml/2006/main">
              <a:ext uri="{FF2B5EF4-FFF2-40B4-BE49-F238E27FC236}">
                <a16:creationId xmlns:a16="http://schemas.microsoft.com/office/drawing/2014/main" id="{0EC554A3-1A01-4490-BB74-A81096CE6DFA}"/>
              </a:ext>
            </a:extLst>
          </p:cNvPr>
          <p:cNvSpPr>
            <a:spLocks xmlns:a="http://schemas.openxmlformats.org/drawingml/2006/main" noGrp="1"/>
          </p:cNvSpPr>
          <p:nvPr/>
        </p:nvSpPr>
        <p:spPr>
          <a:xfrm xmlns:a="http://schemas.openxmlformats.org/drawingml/2006/main">
            <a:off x="2505075" y="58769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比較用：履歴なし</a:t>
            </a:r>
          </a:p>
        </p:txBody>
      </p:sp>
      <p:sp>
        <p:nvSpPr>
          <p:cNvPr id="6" name="r3-leg-t">
            <a:extLst xmlns:a="http://schemas.openxmlformats.org/drawingml/2006/main">
              <a:ext uri="{FF2B5EF4-FFF2-40B4-BE49-F238E27FC236}">
                <a16:creationId xmlns:a16="http://schemas.microsoft.com/office/drawing/2014/main" id="{BD862A4D-C8D7-4DE0-8082-DE99E1A2A8FD}"/>
              </a:ext>
            </a:extLst>
          </p:cNvPr>
          <p:cNvSpPr>
            <a:spLocks xmlns:a="http://schemas.openxmlformats.org/drawingml/2006/main" noGrp="1"/>
          </p:cNvSpPr>
          <p:nvPr/>
        </p:nvSpPr>
        <p:spPr>
          <a:xfrm xmlns:a="http://schemas.openxmlformats.org/drawingml/2006/main">
            <a:off x="4476750" y="5905500"/>
            <a:ext cx="17145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r3-leg-tt">
            <a:extLst xmlns:a="http://schemas.openxmlformats.org/drawingml/2006/main">
              <a:ext uri="{FF2B5EF4-FFF2-40B4-BE49-F238E27FC236}">
                <a16:creationId xmlns:a16="http://schemas.microsoft.com/office/drawing/2014/main" id="{DB50EDAC-EC30-4250-A338-CD7ACC5D9FD5}"/>
              </a:ext>
            </a:extLst>
          </p:cNvPr>
          <p:cNvSpPr>
            <a:spLocks xmlns:a="http://schemas.openxmlformats.org/drawingml/2006/main" noGrp="1"/>
          </p:cNvSpPr>
          <p:nvPr/>
        </p:nvSpPr>
        <p:spPr>
          <a:xfrm xmlns:a="http://schemas.openxmlformats.org/drawingml/2006/main">
            <a:off x="4743450" y="58769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実利用側：履歴2回分</a:t>
            </a:r>
          </a:p>
        </p:txBody>
      </p:sp>
      <p:sp>
        <p:nvSpPr>
          <p:cNvPr id="8" name="chart-unit-3">
            <a:extLst xmlns:a="http://schemas.openxmlformats.org/drawingml/2006/main">
              <a:ext uri="{FF2B5EF4-FFF2-40B4-BE49-F238E27FC236}">
                <a16:creationId xmlns:a16="http://schemas.microsoft.com/office/drawing/2014/main" id="{4BEB6B5C-7A9C-4E5C-ACD6-9AAE939B8982}"/>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平均修正率（%）― 小さいほど完成形に近い</a:t>
            </a:r>
          </a:p>
        </p:txBody>
      </p:sp>
      <p:sp>
        <p:nvSpPr>
          <p:cNvPr id="9" name="r3-good">
            <a:extLst xmlns:a="http://schemas.openxmlformats.org/drawingml/2006/main">
              <a:ext uri="{FF2B5EF4-FFF2-40B4-BE49-F238E27FC236}">
                <a16:creationId xmlns:a16="http://schemas.microsoft.com/office/drawing/2014/main" id="{0C8186C4-22E4-4C72-9D24-AACDB70242E6}"/>
              </a:ext>
            </a:extLst>
          </p:cNvPr>
          <p:cNvSpPr>
            <a:spLocks xmlns:a="http://schemas.openxmlformats.org/drawingml/2006/main" noGrp="1"/>
          </p:cNvSpPr>
          <p:nvPr/>
        </p:nvSpPr>
        <p:spPr>
          <a:xfrm xmlns:a="http://schemas.openxmlformats.org/drawingml/2006/main">
            <a:off x="9096375" y="166687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改善</a:t>
            </a:r>
          </a:p>
        </p:txBody>
      </p:sp>
      <p:sp>
        <p:nvSpPr>
          <p:cNvPr id="10" name="r3-good-v">
            <a:extLst xmlns:a="http://schemas.openxmlformats.org/drawingml/2006/main">
              <a:ext uri="{FF2B5EF4-FFF2-40B4-BE49-F238E27FC236}">
                <a16:creationId xmlns:a16="http://schemas.microsoft.com/office/drawing/2014/main" id="{8DC1E87A-F7F7-4D88-AD70-A29C4A812B51}"/>
              </a:ext>
            </a:extLst>
          </p:cNvPr>
          <p:cNvSpPr>
            <a:spLocks xmlns:a="http://schemas.openxmlformats.org/drawingml/2006/main" noGrp="1"/>
          </p:cNvSpPr>
          <p:nvPr/>
        </p:nvSpPr>
        <p:spPr>
          <a:xfrm xmlns:a="http://schemas.openxmlformats.org/drawingml/2006/main">
            <a:off x="9096375" y="2190750"/>
            <a:ext cx="2476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定義重視　27.3%減</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簡潔さ重視　27.0%減</a:t>
            </a:r>
          </a:p>
        </p:txBody>
      </p:sp>
      <p:sp>
        <p:nvSpPr>
          <p:cNvPr id="11" name="r3-bad">
            <a:extLst xmlns:a="http://schemas.openxmlformats.org/drawingml/2006/main">
              <a:ext uri="{FF2B5EF4-FFF2-40B4-BE49-F238E27FC236}">
                <a16:creationId xmlns:a16="http://schemas.microsoft.com/office/drawing/2014/main" id="{D30E5847-078B-40B7-ACD3-22CE496E4D21}"/>
              </a:ext>
            </a:extLst>
          </p:cNvPr>
          <p:cNvSpPr>
            <a:spLocks xmlns:a="http://schemas.openxmlformats.org/drawingml/2006/main" noGrp="1"/>
          </p:cNvSpPr>
          <p:nvPr/>
        </p:nvSpPr>
        <p:spPr>
          <a:xfrm xmlns:a="http://schemas.openxmlformats.org/drawingml/2006/main">
            <a:off x="9096375" y="347662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D66A5E"/>
                </a:solidFill>
                <a:latin typeface="Helvetica Neue"/>
                <a:ea typeface="Helvetica Neue"/>
                <a:cs typeface="Helvetica Neue"/>
              </a:defRPr>
            </a:pPr>
            <a:r>
              <a:rPr sz="1875" b="1">
                <a:solidFill>
                  <a:srgbClr val="D66A5E"/>
                </a:solidFill>
                <a:latin typeface="Helvetica Neue"/>
                <a:ea typeface="Helvetica Neue"/>
                <a:cs typeface="Helvetica Neue"/>
              </a:rPr>
              <a:t>悪化</a:t>
            </a:r>
          </a:p>
        </p:txBody>
      </p:sp>
      <p:sp>
        <p:nvSpPr>
          <p:cNvPr id="12" name="r3-bad-v">
            <a:extLst xmlns:a="http://schemas.openxmlformats.org/drawingml/2006/main">
              <a:ext uri="{FF2B5EF4-FFF2-40B4-BE49-F238E27FC236}">
                <a16:creationId xmlns:a16="http://schemas.microsoft.com/office/drawing/2014/main" id="{EFA84583-9A62-4C36-AF63-43B38AB4A878}"/>
              </a:ext>
            </a:extLst>
          </p:cNvPr>
          <p:cNvSpPr>
            <a:spLocks xmlns:a="http://schemas.openxmlformats.org/drawingml/2006/main" noGrp="1"/>
          </p:cNvSpPr>
          <p:nvPr/>
        </p:nvSpPr>
        <p:spPr>
          <a:xfrm xmlns:a="http://schemas.openxmlformats.org/drawingml/2006/main">
            <a:off x="9096375" y="4000500"/>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具体例重視　23.9%増</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結論先行　0 → 1.35%</a:t>
            </a:r>
          </a:p>
        </p:txBody>
      </p:sp>
      <p:sp>
        <p:nvSpPr>
          <p:cNvPr id="13" name="r3-foot">
            <a:extLst xmlns:a="http://schemas.openxmlformats.org/drawingml/2006/main">
              <a:ext uri="{FF2B5EF4-FFF2-40B4-BE49-F238E27FC236}">
                <a16:creationId xmlns:a16="http://schemas.microsoft.com/office/drawing/2014/main" id="{F0FC6583-6ABA-4AA1-90BB-FF524E6B1C02}"/>
              </a:ext>
            </a:extLst>
          </p:cNvPr>
          <p:cNvSpPr>
            <a:spLocks xmlns:a="http://schemas.openxmlformats.org/drawingml/2006/main" noGrp="1"/>
          </p:cNvSpPr>
          <p:nvPr/>
        </p:nvSpPr>
        <p:spPr>
          <a:xfrm xmlns:a="http://schemas.openxmlformats.org/drawingml/2006/main">
            <a:off x="8858250" y="5286375"/>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履歴が増えても、常に良くなるわけではない</a:t>
            </a:r>
          </a:p>
        </p:txBody>
      </p:sp>
    </p:spTree>
    <p:extLst>
      <p:ext uri="{BB962C8B-B14F-4D97-AF65-F5344CB8AC3E}">
        <p14:creationId xmlns:p14="http://schemas.microsoft.com/office/powerpoint/2010/main" val="168743915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8">
            <a:extLst xmlns:a="http://schemas.openxmlformats.org/drawingml/2006/main">
              <a:ext uri="{FF2B5EF4-FFF2-40B4-BE49-F238E27FC236}">
                <a16:creationId xmlns:a16="http://schemas.microsoft.com/office/drawing/2014/main" id="{6C81BB80-B985-4E69-A747-43A27C027C59}"/>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成功例：結論先行では、2回目の編集が0文になった</a:t>
            </a:r>
          </a:p>
        </p:txBody>
      </p:sp>
      <p:sp>
        <p:nvSpPr>
          <p:cNvPr id="2" name="page-8">
            <a:extLst xmlns:a="http://schemas.openxmlformats.org/drawingml/2006/main">
              <a:ext uri="{FF2B5EF4-FFF2-40B4-BE49-F238E27FC236}">
                <a16:creationId xmlns:a16="http://schemas.microsoft.com/office/drawing/2014/main" id="{50D7D153-CA47-4005-B6DE-94EF529E7E19}"/>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8</a:t>
            </a:r>
          </a:p>
        </p:txBody>
      </p:sp>
      <p:sp>
        <p:nvSpPr>
          <p:cNvPr id="3" name="learn-h">
            <a:extLst xmlns:a="http://schemas.openxmlformats.org/drawingml/2006/main">
              <a:ext uri="{FF2B5EF4-FFF2-40B4-BE49-F238E27FC236}">
                <a16:creationId xmlns:a16="http://schemas.microsoft.com/office/drawing/2014/main" id="{7FA5FD8B-ECBB-4FE9-9F3C-405F1DADCEF6}"/>
              </a:ext>
            </a:extLst>
          </p:cNvPr>
          <p:cNvSpPr>
            <a:spLocks xmlns:a="http://schemas.openxmlformats.org/drawingml/2006/main" noGrp="1"/>
          </p:cNvSpPr>
          <p:nvPr/>
        </p:nvSpPr>
        <p:spPr>
          <a:xfrm xmlns:a="http://schemas.openxmlformats.org/drawingml/2006/main">
            <a:off x="666750" y="12382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1回目の編集</a:t>
            </a:r>
          </a:p>
        </p:txBody>
      </p:sp>
      <p:sp>
        <p:nvSpPr>
          <p:cNvPr id="4" name="learn-before">
            <a:extLst xmlns:a="http://schemas.openxmlformats.org/drawingml/2006/main">
              <a:ext uri="{FF2B5EF4-FFF2-40B4-BE49-F238E27FC236}">
                <a16:creationId xmlns:a16="http://schemas.microsoft.com/office/drawing/2014/main" id="{7F88B4B6-8B4C-4C2F-A115-27BBAFC2C1A9}"/>
              </a:ext>
            </a:extLst>
          </p:cNvPr>
          <p:cNvSpPr>
            <a:spLocks xmlns:a="http://schemas.openxmlformats.org/drawingml/2006/main" noGrp="1"/>
          </p:cNvSpPr>
          <p:nvPr/>
        </p:nvSpPr>
        <p:spPr>
          <a:xfrm xmlns:a="http://schemas.openxmlformats.org/drawingml/2006/main">
            <a:off x="666750" y="1762125"/>
            <a:ext cx="4762500" cy="857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learn-before-t">
            <a:extLst xmlns:a="http://schemas.openxmlformats.org/drawingml/2006/main">
              <a:ext uri="{FF2B5EF4-FFF2-40B4-BE49-F238E27FC236}">
                <a16:creationId xmlns:a16="http://schemas.microsoft.com/office/drawing/2014/main" id="{0EB9AE09-AAB2-4080-9CBF-447D0D660F9D}"/>
              </a:ext>
            </a:extLst>
          </p:cNvPr>
          <p:cNvSpPr>
            <a:spLocks xmlns:a="http://schemas.openxmlformats.org/drawingml/2006/main" noGrp="1"/>
          </p:cNvSpPr>
          <p:nvPr/>
        </p:nvSpPr>
        <p:spPr>
          <a:xfrm xmlns:a="http://schemas.openxmlformats.org/drawingml/2006/main">
            <a:off x="904875" y="2047875"/>
            <a:ext cx="428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編集前：「キーの役割を具体化します」</a:t>
            </a:r>
          </a:p>
        </p:txBody>
      </p:sp>
      <p:sp>
        <p:nvSpPr>
          <p:cNvPr id="6" name="learn-after">
            <a:extLst xmlns:a="http://schemas.openxmlformats.org/drawingml/2006/main">
              <a:ext uri="{FF2B5EF4-FFF2-40B4-BE49-F238E27FC236}">
                <a16:creationId xmlns:a16="http://schemas.microsoft.com/office/drawing/2014/main" id="{1F3CF698-D2C0-4F1D-9DB3-6FBBABD28529}"/>
              </a:ext>
            </a:extLst>
          </p:cNvPr>
          <p:cNvSpPr>
            <a:spLocks xmlns:a="http://schemas.openxmlformats.org/drawingml/2006/main" noGrp="1"/>
          </p:cNvSpPr>
          <p:nvPr/>
        </p:nvSpPr>
        <p:spPr>
          <a:xfrm xmlns:a="http://schemas.openxmlformats.org/drawingml/2006/main">
            <a:off x="666750" y="2857500"/>
            <a:ext cx="476250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learn-after-t">
            <a:extLst xmlns:a="http://schemas.openxmlformats.org/drawingml/2006/main">
              <a:ext uri="{FF2B5EF4-FFF2-40B4-BE49-F238E27FC236}">
                <a16:creationId xmlns:a16="http://schemas.microsoft.com/office/drawing/2014/main" id="{0D425949-0A81-4B79-94F9-A1F089FE8975}"/>
              </a:ext>
            </a:extLst>
          </p:cNvPr>
          <p:cNvSpPr>
            <a:spLocks xmlns:a="http://schemas.openxmlformats.org/drawingml/2006/main" noGrp="1"/>
          </p:cNvSpPr>
          <p:nvPr/>
        </p:nvSpPr>
        <p:spPr>
          <a:xfrm xmlns:a="http://schemas.openxmlformats.org/drawingml/2006/main">
            <a:off x="904875" y="312420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編集後：「主キーは行を一意に識別し、</a:t>
            </a:r>
          </a:p>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外部キーは表同士を結び付けます」</a:t>
            </a:r>
          </a:p>
        </p:txBody>
      </p:sp>
      <p:sp>
        <p:nvSpPr>
          <p:cNvPr id="8" name="memory">
            <a:extLst xmlns:a="http://schemas.openxmlformats.org/drawingml/2006/main">
              <a:ext uri="{FF2B5EF4-FFF2-40B4-BE49-F238E27FC236}">
                <a16:creationId xmlns:a16="http://schemas.microsoft.com/office/drawing/2014/main" id="{0BED66EF-0ABA-4BCC-A748-84F24DD37C8E}"/>
              </a:ext>
            </a:extLst>
          </p:cNvPr>
          <p:cNvSpPr>
            <a:spLocks xmlns:a="http://schemas.openxmlformats.org/drawingml/2006/main" noGrp="1"/>
          </p:cNvSpPr>
          <p:nvPr/>
        </p:nvSpPr>
        <p:spPr>
          <a:xfrm xmlns:a="http://schemas.openxmlformats.org/drawingml/2006/main">
            <a:off x="6524625" y="185737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抽出された好み</a:t>
            </a:r>
          </a:p>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「曖昧な予告ではなく、主要内容を先に示す」</a:t>
            </a:r>
          </a:p>
        </p:txBody>
      </p:sp>
      <p:sp>
        <p:nvSpPr>
          <p:cNvPr id="9" name="success-arrow">
            <a:extLst xmlns:a="http://schemas.openxmlformats.org/drawingml/2006/main">
              <a:ext uri="{FF2B5EF4-FFF2-40B4-BE49-F238E27FC236}">
                <a16:creationId xmlns:a16="http://schemas.microsoft.com/office/drawing/2014/main" id="{F94BD634-D0CD-49C7-AD6E-72EB38185F28}"/>
              </a:ext>
            </a:extLst>
          </p:cNvPr>
          <p:cNvSpPr>
            <a:spLocks xmlns:a="http://schemas.openxmlformats.org/drawingml/2006/main" noGrp="1"/>
          </p:cNvSpPr>
          <p:nvPr/>
        </p:nvSpPr>
        <p:spPr>
          <a:xfrm xmlns:a="http://schemas.openxmlformats.org/drawingml/2006/main">
            <a:off x="5572125" y="3238500"/>
            <a:ext cx="809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compare-h">
            <a:extLst xmlns:a="http://schemas.openxmlformats.org/drawingml/2006/main">
              <a:ext uri="{FF2B5EF4-FFF2-40B4-BE49-F238E27FC236}">
                <a16:creationId xmlns:a16="http://schemas.microsoft.com/office/drawing/2014/main" id="{6862CA79-807F-437D-8093-283F3235A240}"/>
              </a:ext>
            </a:extLst>
          </p:cNvPr>
          <p:cNvSpPr>
            <a:spLocks xmlns:a="http://schemas.openxmlformats.org/drawingml/2006/main" noGrp="1"/>
          </p:cNvSpPr>
          <p:nvPr/>
        </p:nvSpPr>
        <p:spPr>
          <a:xfrm xmlns:a="http://schemas.openxmlformats.org/drawingml/2006/main">
            <a:off x="6524625" y="3143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2回目に同じ方針で確認</a:t>
            </a:r>
          </a:p>
        </p:txBody>
      </p:sp>
      <p:sp>
        <p:nvSpPr>
          <p:cNvPr id="11" name="control">
            <a:extLst xmlns:a="http://schemas.openxmlformats.org/drawingml/2006/main">
              <a:ext uri="{FF2B5EF4-FFF2-40B4-BE49-F238E27FC236}">
                <a16:creationId xmlns:a16="http://schemas.microsoft.com/office/drawing/2014/main" id="{AE389DBC-5A13-48EF-BD6D-4506C21B2F42}"/>
              </a:ext>
            </a:extLst>
          </p:cNvPr>
          <p:cNvSpPr>
            <a:spLocks xmlns:a="http://schemas.openxmlformats.org/drawingml/2006/main" noGrp="1"/>
          </p:cNvSpPr>
          <p:nvPr/>
        </p:nvSpPr>
        <p:spPr>
          <a:xfrm xmlns:a="http://schemas.openxmlformats.org/drawingml/2006/main">
            <a:off x="6524625" y="3762375"/>
            <a:ext cx="2190750" cy="1143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2" name="control-t">
            <a:extLst xmlns:a="http://schemas.openxmlformats.org/drawingml/2006/main">
              <a:ext uri="{FF2B5EF4-FFF2-40B4-BE49-F238E27FC236}">
                <a16:creationId xmlns:a16="http://schemas.microsoft.com/office/drawing/2014/main" id="{897BA164-D06D-4B7A-B015-E727A63E9A78}"/>
              </a:ext>
            </a:extLst>
          </p:cNvPr>
          <p:cNvSpPr>
            <a:spLocks xmlns:a="http://schemas.openxmlformats.org/drawingml/2006/main" noGrp="1"/>
          </p:cNvSpPr>
          <p:nvPr/>
        </p:nvSpPr>
        <p:spPr>
          <a:xfrm xmlns:a="http://schemas.openxmlformats.org/drawingml/2006/main">
            <a:off x="6667500" y="404812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比較用：履歴なし</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31文中4文を編集</a:t>
            </a:r>
          </a:p>
        </p:txBody>
      </p:sp>
      <p:sp>
        <p:nvSpPr>
          <p:cNvPr id="13" name="treat">
            <a:extLst xmlns:a="http://schemas.openxmlformats.org/drawingml/2006/main">
              <a:ext uri="{FF2B5EF4-FFF2-40B4-BE49-F238E27FC236}">
                <a16:creationId xmlns:a16="http://schemas.microsoft.com/office/drawing/2014/main" id="{AC72ADE9-657B-45AD-9058-E3AA9F58A4E5}"/>
              </a:ext>
            </a:extLst>
          </p:cNvPr>
          <p:cNvSpPr>
            <a:spLocks xmlns:a="http://schemas.openxmlformats.org/drawingml/2006/main" noGrp="1"/>
          </p:cNvSpPr>
          <p:nvPr/>
        </p:nvSpPr>
        <p:spPr>
          <a:xfrm xmlns:a="http://schemas.openxmlformats.org/drawingml/2006/main">
            <a:off x="9096375" y="3762375"/>
            <a:ext cx="219075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treat-t">
            <a:extLst xmlns:a="http://schemas.openxmlformats.org/drawingml/2006/main">
              <a:ext uri="{FF2B5EF4-FFF2-40B4-BE49-F238E27FC236}">
                <a16:creationId xmlns:a16="http://schemas.microsoft.com/office/drawing/2014/main" id="{1759680D-7C1A-4628-BC91-0A4C017D13B3}"/>
              </a:ext>
            </a:extLst>
          </p:cNvPr>
          <p:cNvSpPr>
            <a:spLocks xmlns:a="http://schemas.openxmlformats.org/drawingml/2006/main" noGrp="1"/>
          </p:cNvSpPr>
          <p:nvPr/>
        </p:nvSpPr>
        <p:spPr>
          <a:xfrm xmlns:a="http://schemas.openxmlformats.org/drawingml/2006/main">
            <a:off x="9239250" y="404812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実利用側：履歴あり</a:t>
            </a:r>
          </a:p>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31文中0文</a:t>
            </a:r>
          </a:p>
        </p:txBody>
      </p:sp>
      <p:sp>
        <p:nvSpPr>
          <p:cNvPr id="15" name="success-foot">
            <a:extLst xmlns:a="http://schemas.openxmlformats.org/drawingml/2006/main">
              <a:ext uri="{FF2B5EF4-FFF2-40B4-BE49-F238E27FC236}">
                <a16:creationId xmlns:a16="http://schemas.microsoft.com/office/drawing/2014/main" id="{57A89491-9358-4061-BF8F-142E5C79A2B1}"/>
              </a:ext>
            </a:extLst>
          </p:cNvPr>
          <p:cNvSpPr>
            <a:spLocks xmlns:a="http://schemas.openxmlformats.org/drawingml/2006/main" noGrp="1"/>
          </p:cNvSpPr>
          <p:nvPr/>
        </p:nvSpPr>
        <p:spPr>
          <a:xfrm xmlns:a="http://schemas.openxmlformats.org/drawingml/2006/main">
            <a:off x="1619250" y="5572125"/>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編集 → 好み抽出 → 次回生成 → 再編集量の減少、という流れを確認</a:t>
            </a:r>
          </a:p>
        </p:txBody>
      </p:sp>
    </p:spTree>
    <p:extLst>
      <p:ext uri="{BB962C8B-B14F-4D97-AF65-F5344CB8AC3E}">
        <p14:creationId xmlns:p14="http://schemas.microsoft.com/office/powerpoint/2010/main" val="11753652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9">
            <a:extLst xmlns:a="http://schemas.openxmlformats.org/drawingml/2006/main">
              <a:ext uri="{FF2B5EF4-FFF2-40B4-BE49-F238E27FC236}">
                <a16:creationId xmlns:a16="http://schemas.microsoft.com/office/drawing/2014/main" id="{1CB84AFE-DB3A-4E23-8941-8F3F79FD6B5E}"/>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失敗例：具体例重視では、3回目に平均修正率が上がった</a:t>
            </a:r>
          </a:p>
        </p:txBody>
      </p:sp>
      <p:sp>
        <p:nvSpPr>
          <p:cNvPr id="2" name="page-9">
            <a:extLst xmlns:a="http://schemas.openxmlformats.org/drawingml/2006/main">
              <a:ext uri="{FF2B5EF4-FFF2-40B4-BE49-F238E27FC236}">
                <a16:creationId xmlns:a16="http://schemas.microsoft.com/office/drawing/2014/main" id="{3A4F3FEC-0BC0-45B7-A21F-5AA9BC481081}"/>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9</a:t>
            </a:r>
          </a:p>
        </p:txBody>
      </p:sp>
      <p:sp>
        <p:nvSpPr>
          <p:cNvPr id="3" name="dup-h">
            <a:extLst xmlns:a="http://schemas.openxmlformats.org/drawingml/2006/main">
              <a:ext uri="{FF2B5EF4-FFF2-40B4-BE49-F238E27FC236}">
                <a16:creationId xmlns:a16="http://schemas.microsoft.com/office/drawing/2014/main" id="{86F77193-6AA6-4186-B80D-E7469A56AFD6}"/>
              </a:ext>
            </a:extLst>
          </p:cNvPr>
          <p:cNvSpPr>
            <a:spLocks xmlns:a="http://schemas.openxmlformats.org/drawingml/2006/main" noGrp="1"/>
          </p:cNvSpPr>
          <p:nvPr/>
        </p:nvSpPr>
        <p:spPr>
          <a:xfrm xmlns:a="http://schemas.openxmlformats.org/drawingml/2006/main">
            <a:off x="619125" y="12858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履歴に蓄積した表現</a:t>
            </a:r>
          </a:p>
        </p:txBody>
      </p:sp>
      <p:sp>
        <p:nvSpPr>
          <p:cNvPr id="4" name="d-0">
            <a:extLst xmlns:a="http://schemas.openxmlformats.org/drawingml/2006/main">
              <a:ext uri="{FF2B5EF4-FFF2-40B4-BE49-F238E27FC236}">
                <a16:creationId xmlns:a16="http://schemas.microsoft.com/office/drawing/2014/main" id="{B9BCC370-CAB4-4BF0-B2D5-DA739F0798C3}"/>
              </a:ext>
            </a:extLst>
          </p:cNvPr>
          <p:cNvSpPr>
            <a:spLocks xmlns:a="http://schemas.openxmlformats.org/drawingml/2006/main" noGrp="1"/>
          </p:cNvSpPr>
          <p:nvPr/>
        </p:nvSpPr>
        <p:spPr>
          <a:xfrm xmlns:a="http://schemas.openxmlformats.org/drawingml/2006/main">
            <a:off x="619125" y="185737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dt-0">
            <a:extLst xmlns:a="http://schemas.openxmlformats.org/drawingml/2006/main">
              <a:ext uri="{FF2B5EF4-FFF2-40B4-BE49-F238E27FC236}">
                <a16:creationId xmlns:a16="http://schemas.microsoft.com/office/drawing/2014/main" id="{9536D6B2-25D3-420E-8E2D-FF722D1097B7}"/>
              </a:ext>
            </a:extLst>
          </p:cNvPr>
          <p:cNvSpPr>
            <a:spLocks xmlns:a="http://schemas.openxmlformats.org/drawingml/2006/main" noGrp="1"/>
          </p:cNvSpPr>
          <p:nvPr/>
        </p:nvSpPr>
        <p:spPr>
          <a:xfrm xmlns:a="http://schemas.openxmlformats.org/drawingml/2006/main">
            <a:off x="857250" y="200977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抽象説明には具体例を加える</a:t>
            </a:r>
          </a:p>
        </p:txBody>
      </p:sp>
      <p:sp>
        <p:nvSpPr>
          <p:cNvPr id="6" name="d-1">
            <a:extLst xmlns:a="http://schemas.openxmlformats.org/drawingml/2006/main">
              <a:ext uri="{FF2B5EF4-FFF2-40B4-BE49-F238E27FC236}">
                <a16:creationId xmlns:a16="http://schemas.microsoft.com/office/drawing/2014/main" id="{AEC73C80-98C3-44CE-B623-93927E1B6E0B}"/>
              </a:ext>
            </a:extLst>
          </p:cNvPr>
          <p:cNvSpPr>
            <a:spLocks xmlns:a="http://schemas.openxmlformats.org/drawingml/2006/main" noGrp="1"/>
          </p:cNvSpPr>
          <p:nvPr/>
        </p:nvSpPr>
        <p:spPr>
          <a:xfrm xmlns:a="http://schemas.openxmlformats.org/drawingml/2006/main">
            <a:off x="619125" y="257175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dt-1">
            <a:extLst xmlns:a="http://schemas.openxmlformats.org/drawingml/2006/main">
              <a:ext uri="{FF2B5EF4-FFF2-40B4-BE49-F238E27FC236}">
                <a16:creationId xmlns:a16="http://schemas.microsoft.com/office/drawing/2014/main" id="{7A4EDA51-5D67-4E71-B516-AA55723633E1}"/>
              </a:ext>
            </a:extLst>
          </p:cNvPr>
          <p:cNvSpPr>
            <a:spLocks xmlns:a="http://schemas.openxmlformats.org/drawingml/2006/main" noGrp="1"/>
          </p:cNvSpPr>
          <p:nvPr/>
        </p:nvSpPr>
        <p:spPr>
          <a:xfrm xmlns:a="http://schemas.openxmlformats.org/drawingml/2006/main">
            <a:off x="857250" y="272415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身近な例を一つ添える</a:t>
            </a:r>
          </a:p>
        </p:txBody>
      </p:sp>
      <p:sp>
        <p:nvSpPr>
          <p:cNvPr id="8" name="d-2">
            <a:extLst xmlns:a="http://schemas.openxmlformats.org/drawingml/2006/main">
              <a:ext uri="{FF2B5EF4-FFF2-40B4-BE49-F238E27FC236}">
                <a16:creationId xmlns:a16="http://schemas.microsoft.com/office/drawing/2014/main" id="{F745A65A-211B-4008-905C-9E9CD7849AE3}"/>
              </a:ext>
            </a:extLst>
          </p:cNvPr>
          <p:cNvSpPr>
            <a:spLocks xmlns:a="http://schemas.openxmlformats.org/drawingml/2006/main" noGrp="1"/>
          </p:cNvSpPr>
          <p:nvPr/>
        </p:nvSpPr>
        <p:spPr>
          <a:xfrm xmlns:a="http://schemas.openxmlformats.org/drawingml/2006/main">
            <a:off x="619125" y="328612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dt-2">
            <a:extLst xmlns:a="http://schemas.openxmlformats.org/drawingml/2006/main">
              <a:ext uri="{FF2B5EF4-FFF2-40B4-BE49-F238E27FC236}">
                <a16:creationId xmlns:a16="http://schemas.microsoft.com/office/drawing/2014/main" id="{74B5BEE8-E040-4171-BC40-B1ECB2BA20F9}"/>
              </a:ext>
            </a:extLst>
          </p:cNvPr>
          <p:cNvSpPr>
            <a:spLocks xmlns:a="http://schemas.openxmlformats.org/drawingml/2006/main" noGrp="1"/>
          </p:cNvSpPr>
          <p:nvPr/>
        </p:nvSpPr>
        <p:spPr>
          <a:xfrm xmlns:a="http://schemas.openxmlformats.org/drawingml/2006/main">
            <a:off x="857250" y="343852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実務的な例で補足する</a:t>
            </a:r>
          </a:p>
        </p:txBody>
      </p:sp>
      <p:sp>
        <p:nvSpPr>
          <p:cNvPr id="10" name="d-3">
            <a:extLst xmlns:a="http://schemas.openxmlformats.org/drawingml/2006/main">
              <a:ext uri="{FF2B5EF4-FFF2-40B4-BE49-F238E27FC236}">
                <a16:creationId xmlns:a16="http://schemas.microsoft.com/office/drawing/2014/main" id="{5D46FFC8-29D3-47B4-AA3F-7CEF023EC5D1}"/>
              </a:ext>
            </a:extLst>
          </p:cNvPr>
          <p:cNvSpPr>
            <a:spLocks xmlns:a="http://schemas.openxmlformats.org/drawingml/2006/main" noGrp="1"/>
          </p:cNvSpPr>
          <p:nvPr/>
        </p:nvSpPr>
        <p:spPr>
          <a:xfrm xmlns:a="http://schemas.openxmlformats.org/drawingml/2006/main">
            <a:off x="619125" y="400050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dt-3">
            <a:extLst xmlns:a="http://schemas.openxmlformats.org/drawingml/2006/main">
              <a:ext uri="{FF2B5EF4-FFF2-40B4-BE49-F238E27FC236}">
                <a16:creationId xmlns:a16="http://schemas.microsoft.com/office/drawing/2014/main" id="{553D209D-F746-4756-8F06-C873A87DA3F7}"/>
              </a:ext>
            </a:extLst>
          </p:cNvPr>
          <p:cNvSpPr>
            <a:spLocks xmlns:a="http://schemas.openxmlformats.org/drawingml/2006/main" noGrp="1"/>
          </p:cNvSpPr>
          <p:nvPr/>
        </p:nvSpPr>
        <p:spPr>
          <a:xfrm xmlns:a="http://schemas.openxmlformats.org/drawingml/2006/main">
            <a:off x="857250" y="415290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利用場面と対応付ける</a:t>
            </a:r>
          </a:p>
        </p:txBody>
      </p:sp>
      <p:sp>
        <p:nvSpPr>
          <p:cNvPr id="12" name="fail-arrow">
            <a:extLst xmlns:a="http://schemas.openxmlformats.org/drawingml/2006/main">
              <a:ext uri="{FF2B5EF4-FFF2-40B4-BE49-F238E27FC236}">
                <a16:creationId xmlns:a16="http://schemas.microsoft.com/office/drawing/2014/main" id="{AC909CC4-8E82-4167-8E49-1B6858CF67C3}"/>
              </a:ext>
            </a:extLst>
          </p:cNvPr>
          <p:cNvSpPr>
            <a:spLocks xmlns:a="http://schemas.openxmlformats.org/drawingml/2006/main" noGrp="1"/>
          </p:cNvSpPr>
          <p:nvPr/>
        </p:nvSpPr>
        <p:spPr>
          <a:xfrm xmlns:a="http://schemas.openxmlformats.org/drawingml/2006/main">
            <a:off x="6191250"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3" name="fail-box">
            <a:extLst xmlns:a="http://schemas.openxmlformats.org/drawingml/2006/main">
              <a:ext uri="{FF2B5EF4-FFF2-40B4-BE49-F238E27FC236}">
                <a16:creationId xmlns:a16="http://schemas.microsoft.com/office/drawing/2014/main" id="{AFC266CC-8AB9-4C4F-BDC3-8055CC27674D}"/>
              </a:ext>
            </a:extLst>
          </p:cNvPr>
          <p:cNvSpPr>
            <a:spLocks xmlns:a="http://schemas.openxmlformats.org/drawingml/2006/main" noGrp="1"/>
          </p:cNvSpPr>
          <p:nvPr/>
        </p:nvSpPr>
        <p:spPr>
          <a:xfrm xmlns:a="http://schemas.openxmlformats.org/drawingml/2006/main">
            <a:off x="7524750" y="1952625"/>
            <a:ext cx="3810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fail-title">
            <a:extLst xmlns:a="http://schemas.openxmlformats.org/drawingml/2006/main">
              <a:ext uri="{FF2B5EF4-FFF2-40B4-BE49-F238E27FC236}">
                <a16:creationId xmlns:a16="http://schemas.microsoft.com/office/drawing/2014/main" id="{E862AA4C-FB49-4A9F-B6AC-ECD9FE725CEF}"/>
              </a:ext>
            </a:extLst>
          </p:cNvPr>
          <p:cNvSpPr>
            <a:spLocks xmlns:a="http://schemas.openxmlformats.org/drawingml/2006/main" noGrp="1"/>
          </p:cNvSpPr>
          <p:nvPr/>
        </p:nvSpPr>
        <p:spPr>
          <a:xfrm xmlns:a="http://schemas.openxmlformats.org/drawingml/2006/main">
            <a:off x="7858125" y="22860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具体例重視・3回目</a:t>
            </a:r>
          </a:p>
        </p:txBody>
      </p:sp>
      <p:sp>
        <p:nvSpPr>
          <p:cNvPr id="15" name="fail-values">
            <a:extLst xmlns:a="http://schemas.openxmlformats.org/drawingml/2006/main">
              <a:ext uri="{FF2B5EF4-FFF2-40B4-BE49-F238E27FC236}">
                <a16:creationId xmlns:a16="http://schemas.microsoft.com/office/drawing/2014/main" id="{4ABA280C-9000-41A3-AD1A-0620E7C782B8}"/>
              </a:ext>
            </a:extLst>
          </p:cNvPr>
          <p:cNvSpPr>
            <a:spLocks xmlns:a="http://schemas.openxmlformats.org/drawingml/2006/main" noGrp="1"/>
          </p:cNvSpPr>
          <p:nvPr/>
        </p:nvSpPr>
        <p:spPr>
          <a:xfrm xmlns:a="http://schemas.openxmlformats.org/drawingml/2006/main">
            <a:off x="7858125" y="3000375"/>
            <a:ext cx="314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比較用　6.74%</a:t>
            </a:r>
          </a:p>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実利用側　8.35%</a:t>
            </a:r>
          </a:p>
        </p:txBody>
      </p:sp>
      <p:sp>
        <p:nvSpPr>
          <p:cNvPr id="16" name="fail-red">
            <a:extLst xmlns:a="http://schemas.openxmlformats.org/drawingml/2006/main">
              <a:ext uri="{FF2B5EF4-FFF2-40B4-BE49-F238E27FC236}">
                <a16:creationId xmlns:a16="http://schemas.microsoft.com/office/drawing/2014/main" id="{C7A2EBAB-08BB-4210-9375-64CF5250F2EF}"/>
              </a:ext>
            </a:extLst>
          </p:cNvPr>
          <p:cNvSpPr>
            <a:spLocks xmlns:a="http://schemas.openxmlformats.org/drawingml/2006/main" noGrp="1"/>
          </p:cNvSpPr>
          <p:nvPr/>
        </p:nvSpPr>
        <p:spPr>
          <a:xfrm xmlns:a="http://schemas.openxmlformats.org/drawingml/2006/main">
            <a:off x="7858125" y="3857625"/>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D66A5E"/>
                </a:solidFill>
                <a:latin typeface="Helvetica Neue"/>
                <a:ea typeface="Helvetica Neue"/>
                <a:cs typeface="Helvetica Neue"/>
              </a:defRPr>
            </a:pPr>
            <a:r>
              <a:rPr sz="1800" b="1">
                <a:solidFill>
                  <a:srgbClr val="D66A5E"/>
                </a:solidFill>
                <a:latin typeface="Helvetica Neue"/>
                <a:ea typeface="Helvetica Neue"/>
                <a:cs typeface="Helvetica Neue"/>
              </a:rPr>
              <a:t>平均修正率 23.9%増</a:t>
            </a:r>
          </a:p>
        </p:txBody>
      </p:sp>
      <p:sp>
        <p:nvSpPr>
          <p:cNvPr id="17" name="fail-meaning">
            <a:extLst xmlns:a="http://schemas.openxmlformats.org/drawingml/2006/main">
              <a:ext uri="{FF2B5EF4-FFF2-40B4-BE49-F238E27FC236}">
                <a16:creationId xmlns:a16="http://schemas.microsoft.com/office/drawing/2014/main" id="{573A4243-336A-4260-8E10-9256346749D0}"/>
              </a:ext>
            </a:extLst>
          </p:cNvPr>
          <p:cNvSpPr>
            <a:spLocks xmlns:a="http://schemas.openxmlformats.org/drawingml/2006/main" noGrp="1"/>
          </p:cNvSpPr>
          <p:nvPr/>
        </p:nvSpPr>
        <p:spPr>
          <a:xfrm xmlns:a="http://schemas.openxmlformats.org/drawingml/2006/main">
            <a:off x="1238250" y="5095875"/>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似た好みを別々に蓄積すると、必要でない箇所にも適用される可能性がある</a:t>
            </a:r>
          </a:p>
        </p:txBody>
      </p:sp>
      <p:sp>
        <p:nvSpPr>
          <p:cNvPr id="18" name="fail-next">
            <a:extLst xmlns:a="http://schemas.openxmlformats.org/drawingml/2006/main">
              <a:ext uri="{FF2B5EF4-FFF2-40B4-BE49-F238E27FC236}">
                <a16:creationId xmlns:a16="http://schemas.microsoft.com/office/drawing/2014/main" id="{C419782B-6886-4BF8-9A21-08537510A767}"/>
              </a:ext>
            </a:extLst>
          </p:cNvPr>
          <p:cNvSpPr>
            <a:spLocks xmlns:a="http://schemas.openxmlformats.org/drawingml/2006/main" noGrp="1"/>
          </p:cNvSpPr>
          <p:nvPr/>
        </p:nvSpPr>
        <p:spPr>
          <a:xfrm xmlns:a="http://schemas.openxmlformats.org/drawingml/2006/main">
            <a:off x="2190750" y="5857875"/>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61666E"/>
                </a:solidFill>
                <a:latin typeface="Helvetica Neue"/>
                <a:ea typeface="Helvetica Neue"/>
                <a:cs typeface="Helvetica Neue"/>
              </a:defRPr>
            </a:pPr>
            <a:r>
              <a:rPr sz="1500" b="0">
                <a:solidFill>
                  <a:srgbClr val="61666E"/>
                </a:solidFill>
                <a:latin typeface="Helvetica Neue"/>
                <a:ea typeface="Helvetica Neue"/>
                <a:cs typeface="Helvetica Neue"/>
              </a:rPr>
              <a:t>必要な改善：重複する好みの統合／適用しない条件の記憶</a:t>
            </a:r>
          </a:p>
        </p:txBody>
      </p:sp>
    </p:spTree>
    <p:extLst>
      <p:ext uri="{BB962C8B-B14F-4D97-AF65-F5344CB8AC3E}">
        <p14:creationId xmlns:p14="http://schemas.microsoft.com/office/powerpoint/2010/main" val="14440724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10">
            <a:extLst xmlns:a="http://schemas.openxmlformats.org/drawingml/2006/main">
              <a:ext uri="{FF2B5EF4-FFF2-40B4-BE49-F238E27FC236}">
                <a16:creationId xmlns:a16="http://schemas.microsoft.com/office/drawing/2014/main" id="{0ECDB483-B7D3-4F68-9062-861683A478E7}"/>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今回分かったことと、次に確かめること</a:t>
            </a:r>
          </a:p>
        </p:txBody>
      </p:sp>
      <p:sp>
        <p:nvSpPr>
          <p:cNvPr id="2" name="page-10">
            <a:extLst xmlns:a="http://schemas.openxmlformats.org/drawingml/2006/main">
              <a:ext uri="{FF2B5EF4-FFF2-40B4-BE49-F238E27FC236}">
                <a16:creationId xmlns:a16="http://schemas.microsoft.com/office/drawing/2014/main" id="{F7680E58-B353-48D9-99CC-234ED3FB998A}"/>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10</a:t>
            </a:r>
          </a:p>
        </p:txBody>
      </p:sp>
      <p:sp>
        <p:nvSpPr>
          <p:cNvPr id="3" name="known-h">
            <a:extLst xmlns:a="http://schemas.openxmlformats.org/drawingml/2006/main">
              <a:ext uri="{FF2B5EF4-FFF2-40B4-BE49-F238E27FC236}">
                <a16:creationId xmlns:a16="http://schemas.microsoft.com/office/drawing/2014/main" id="{E8BBE37F-3547-4FA7-A315-ACEC2E609940}"/>
              </a:ext>
            </a:extLst>
          </p:cNvPr>
          <p:cNvSpPr>
            <a:spLocks xmlns:a="http://schemas.openxmlformats.org/drawingml/2006/main" noGrp="1"/>
          </p:cNvSpPr>
          <p:nvPr/>
        </p:nvSpPr>
        <p:spPr>
          <a:xfrm xmlns:a="http://schemas.openxmlformats.org/drawingml/2006/main">
            <a:off x="6667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今回分かったこと</a:t>
            </a:r>
          </a:p>
        </p:txBody>
      </p:sp>
      <p:sp>
        <p:nvSpPr>
          <p:cNvPr id="4" name="known">
            <a:extLst xmlns:a="http://schemas.openxmlformats.org/drawingml/2006/main">
              <a:ext uri="{FF2B5EF4-FFF2-40B4-BE49-F238E27FC236}">
                <a16:creationId xmlns:a16="http://schemas.microsoft.com/office/drawing/2014/main" id="{9DD36FF5-3CCE-4AB8-8300-1B31907694B1}"/>
              </a:ext>
            </a:extLst>
          </p:cNvPr>
          <p:cNvSpPr>
            <a:spLocks xmlns:a="http://schemas.openxmlformats.org/drawingml/2006/main" noGrp="1"/>
          </p:cNvSpPr>
          <p:nvPr/>
        </p:nvSpPr>
        <p:spPr>
          <a:xfrm xmlns:a="http://schemas.openxmlformats.org/drawingml/2006/main">
            <a:off x="666750" y="1952625"/>
            <a:ext cx="4953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known-t">
            <a:extLst xmlns:a="http://schemas.openxmlformats.org/drawingml/2006/main">
              <a:ext uri="{FF2B5EF4-FFF2-40B4-BE49-F238E27FC236}">
                <a16:creationId xmlns:a16="http://schemas.microsoft.com/office/drawing/2014/main" id="{A058E602-9B4F-4E14-930C-7F6C30E06F7E}"/>
              </a:ext>
            </a:extLst>
          </p:cNvPr>
          <p:cNvSpPr>
            <a:spLocks xmlns:a="http://schemas.openxmlformats.org/drawingml/2006/main" noGrp="1"/>
          </p:cNvSpPr>
          <p:nvPr/>
        </p:nvSpPr>
        <p:spPr>
          <a:xfrm xmlns:a="http://schemas.openxmlformats.org/drawingml/2006/main">
            <a:off x="10001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・編集履歴から次回生成を変えられた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・編集量が減る好みがあった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・履歴が増えると悪化する場合もあった</a:t>
            </a:r>
          </a:p>
        </p:txBody>
      </p:sp>
      <p:sp>
        <p:nvSpPr>
          <p:cNvPr id="6" name="next-h">
            <a:extLst xmlns:a="http://schemas.openxmlformats.org/drawingml/2006/main">
              <a:ext uri="{FF2B5EF4-FFF2-40B4-BE49-F238E27FC236}">
                <a16:creationId xmlns:a16="http://schemas.microsoft.com/office/drawing/2014/main" id="{4EF6D3C3-87D3-41DF-A047-5C85B707B9F2}"/>
              </a:ext>
            </a:extLst>
          </p:cNvPr>
          <p:cNvSpPr>
            <a:spLocks xmlns:a="http://schemas.openxmlformats.org/drawingml/2006/main" noGrp="1"/>
          </p:cNvSpPr>
          <p:nvPr/>
        </p:nvSpPr>
        <p:spPr>
          <a:xfrm xmlns:a="http://schemas.openxmlformats.org/drawingml/2006/main">
            <a:off x="65722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次に確かめること</a:t>
            </a:r>
          </a:p>
        </p:txBody>
      </p:sp>
      <p:sp>
        <p:nvSpPr>
          <p:cNvPr id="7" name="next">
            <a:extLst xmlns:a="http://schemas.openxmlformats.org/drawingml/2006/main">
              <a:ext uri="{FF2B5EF4-FFF2-40B4-BE49-F238E27FC236}">
                <a16:creationId xmlns:a16="http://schemas.microsoft.com/office/drawing/2014/main" id="{CD8718FB-7246-4C33-A5A5-42AEB6BD57AC}"/>
              </a:ext>
            </a:extLst>
          </p:cNvPr>
          <p:cNvSpPr>
            <a:spLocks xmlns:a="http://schemas.openxmlformats.org/drawingml/2006/main" noGrp="1"/>
          </p:cNvSpPr>
          <p:nvPr/>
        </p:nvSpPr>
        <p:spPr>
          <a:xfrm xmlns:a="http://schemas.openxmlformats.org/drawingml/2006/main">
            <a:off x="6572250" y="1952625"/>
            <a:ext cx="4953000" cy="2428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8" name="next-t">
            <a:extLst xmlns:a="http://schemas.openxmlformats.org/drawingml/2006/main">
              <a:ext uri="{FF2B5EF4-FFF2-40B4-BE49-F238E27FC236}">
                <a16:creationId xmlns:a16="http://schemas.microsoft.com/office/drawing/2014/main" id="{89D28BC2-45A1-4207-8AC2-B6968DB854D2}"/>
              </a:ext>
            </a:extLst>
          </p:cNvPr>
          <p:cNvSpPr>
            <a:spLocks xmlns:a="http://schemas.openxmlformats.org/drawingml/2006/main" noGrp="1"/>
          </p:cNvSpPr>
          <p:nvPr/>
        </p:nvSpPr>
        <p:spPr>
          <a:xfrm xmlns:a="http://schemas.openxmlformats.org/drawingml/2006/main">
            <a:off x="69056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・似た好みを統合すると安定するか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・同じ条件を繰り返して再現するか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・実ユーザでも編集量が減るか</a:t>
            </a:r>
          </a:p>
        </p:txBody>
      </p:sp>
      <p:sp>
        <p:nvSpPr>
          <p:cNvPr id="9" name="conclusion">
            <a:extLst xmlns:a="http://schemas.openxmlformats.org/drawingml/2006/main">
              <a:ext uri="{FF2B5EF4-FFF2-40B4-BE49-F238E27FC236}">
                <a16:creationId xmlns:a16="http://schemas.microsoft.com/office/drawing/2014/main" id="{BDD089A5-11B1-4504-B7BA-7229F125E855}"/>
              </a:ext>
            </a:extLst>
          </p:cNvPr>
          <p:cNvSpPr>
            <a:spLocks xmlns:a="http://schemas.openxmlformats.org/drawingml/2006/main" noGrp="1"/>
          </p:cNvSpPr>
          <p:nvPr/>
        </p:nvSpPr>
        <p:spPr>
          <a:xfrm xmlns:a="http://schemas.openxmlformats.org/drawingml/2006/main">
            <a:off x="1238250" y="5095875"/>
            <a:ext cx="971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今回は有効性の証明ではなく、仕組みが動くことと改善すべき点を確認した予備実験</a:t>
            </a:r>
          </a:p>
        </p:txBody>
      </p:sp>
    </p:spTree>
    <p:extLst>
      <p:ext uri="{BB962C8B-B14F-4D97-AF65-F5344CB8AC3E}">
        <p14:creationId xmlns:p14="http://schemas.microsoft.com/office/powerpoint/2010/main" val="193446394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11">
            <a:extLst xmlns:a="http://schemas.openxmlformats.org/drawingml/2006/main">
              <a:ext uri="{FF2B5EF4-FFF2-40B4-BE49-F238E27FC236}">
                <a16:creationId xmlns:a16="http://schemas.microsoft.com/office/drawing/2014/main" id="{D0181B6B-E7C9-4D9F-A9EF-B0EA9837304B}"/>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補足：平均修正率の正式な計算方法と限界</a:t>
            </a:r>
          </a:p>
        </p:txBody>
      </p:sp>
      <p:sp>
        <p:nvSpPr>
          <p:cNvPr id="2" name="page-11">
            <a:extLst xmlns:a="http://schemas.openxmlformats.org/drawingml/2006/main">
              <a:ext uri="{FF2B5EF4-FFF2-40B4-BE49-F238E27FC236}">
                <a16:creationId xmlns:a16="http://schemas.microsoft.com/office/drawing/2014/main" id="{2EC6A246-7D16-430E-84CB-F0D85CB02FDE}"/>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11</a:t>
            </a:r>
          </a:p>
        </p:txBody>
      </p:sp>
      <p:sp>
        <p:nvSpPr>
          <p:cNvPr id="3" name="formal-h">
            <a:extLst xmlns:a="http://schemas.openxmlformats.org/drawingml/2006/main">
              <a:ext uri="{FF2B5EF4-FFF2-40B4-BE49-F238E27FC236}">
                <a16:creationId xmlns:a16="http://schemas.microsoft.com/office/drawing/2014/main" id="{BEC2EF65-9158-4A99-8A17-6F702CBCBFD2}"/>
              </a:ext>
            </a:extLst>
          </p:cNvPr>
          <p:cNvSpPr>
            <a:spLocks xmlns:a="http://schemas.openxmlformats.org/drawingml/2006/main" noGrp="1"/>
          </p:cNvSpPr>
          <p:nvPr/>
        </p:nvSpPr>
        <p:spPr>
          <a:xfrm xmlns:a="http://schemas.openxmlformats.org/drawingml/2006/main">
            <a:off x="666750" y="1238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計算方法</a:t>
            </a:r>
          </a:p>
        </p:txBody>
      </p:sp>
      <p:sp>
        <p:nvSpPr>
          <p:cNvPr id="4" name="formal-1">
            <a:extLst xmlns:a="http://schemas.openxmlformats.org/drawingml/2006/main">
              <a:ext uri="{FF2B5EF4-FFF2-40B4-BE49-F238E27FC236}">
                <a16:creationId xmlns:a16="http://schemas.microsoft.com/office/drawing/2014/main" id="{AFDF68A8-78CE-4C19-85BF-D2A08D85B638}"/>
              </a:ext>
            </a:extLst>
          </p:cNvPr>
          <p:cNvSpPr>
            <a:spLocks xmlns:a="http://schemas.openxmlformats.org/drawingml/2006/main" noGrp="1"/>
          </p:cNvSpPr>
          <p:nvPr/>
        </p:nvSpPr>
        <p:spPr>
          <a:xfrm xmlns:a="http://schemas.openxmlformats.org/drawingml/2006/main">
            <a:off x="666750" y="1809750"/>
            <a:ext cx="5095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① 生成文と完成文を同じトークナイザで分割</a:t>
            </a:r>
          </a:p>
        </p:txBody>
      </p:sp>
      <p:sp>
        <p:nvSpPr>
          <p:cNvPr id="5" name="formal-2">
            <a:extLst xmlns:a="http://schemas.openxmlformats.org/drawingml/2006/main">
              <a:ext uri="{FF2B5EF4-FFF2-40B4-BE49-F238E27FC236}">
                <a16:creationId xmlns:a16="http://schemas.microsoft.com/office/drawing/2014/main" id="{31B6660B-22AE-4A68-9543-85F43EF8A1A3}"/>
              </a:ext>
            </a:extLst>
          </p:cNvPr>
          <p:cNvSpPr>
            <a:spLocks xmlns:a="http://schemas.openxmlformats.org/drawingml/2006/main" noGrp="1"/>
          </p:cNvSpPr>
          <p:nvPr/>
        </p:nvSpPr>
        <p:spPr>
          <a:xfrm xmlns:a="http://schemas.openxmlformats.org/drawingml/2006/main">
            <a:off x="666750" y="2333625"/>
            <a:ext cx="5095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② 各文の追加・削除・置換の最小回数を計算</a:t>
            </a:r>
          </a:p>
        </p:txBody>
      </p:sp>
      <p:sp>
        <p:nvSpPr>
          <p:cNvPr id="6" name="formal-3">
            <a:extLst xmlns:a="http://schemas.openxmlformats.org/drawingml/2006/main">
              <a:ext uri="{FF2B5EF4-FFF2-40B4-BE49-F238E27FC236}">
                <a16:creationId xmlns:a16="http://schemas.microsoft.com/office/drawing/2014/main" id="{34876DE4-A5A9-4A4E-B7CA-C22C1B37EB9E}"/>
              </a:ext>
            </a:extLst>
          </p:cNvPr>
          <p:cNvSpPr>
            <a:spLocks xmlns:a="http://schemas.openxmlformats.org/drawingml/2006/main" noGrp="1"/>
          </p:cNvSpPr>
          <p:nvPr/>
        </p:nvSpPr>
        <p:spPr>
          <a:xfrm xmlns:a="http://schemas.openxmlformats.org/drawingml/2006/main">
            <a:off x="666750" y="2857500"/>
            <a:ext cx="5095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③ 長い方の文のトークン数で割り、0〜100%化</a:t>
            </a:r>
          </a:p>
        </p:txBody>
      </p:sp>
      <p:sp>
        <p:nvSpPr>
          <p:cNvPr id="7" name="formal-4">
            <a:extLst xmlns:a="http://schemas.openxmlformats.org/drawingml/2006/main">
              <a:ext uri="{FF2B5EF4-FFF2-40B4-BE49-F238E27FC236}">
                <a16:creationId xmlns:a16="http://schemas.microsoft.com/office/drawing/2014/main" id="{854CAD1D-7A7D-4DFF-ADC2-7F507EF0E6E1}"/>
              </a:ext>
            </a:extLst>
          </p:cNvPr>
          <p:cNvSpPr>
            <a:spLocks xmlns:a="http://schemas.openxmlformats.org/drawingml/2006/main" noGrp="1"/>
          </p:cNvSpPr>
          <p:nvPr/>
        </p:nvSpPr>
        <p:spPr>
          <a:xfrm xmlns:a="http://schemas.openxmlformats.org/drawingml/2006/main">
            <a:off x="666750" y="3381375"/>
            <a:ext cx="5095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④ 未編集文を0%として、台本の全文章で平均</a:t>
            </a:r>
          </a:p>
        </p:txBody>
      </p:sp>
      <p:sp>
        <p:nvSpPr>
          <p:cNvPr id="8" name="formal-name">
            <a:extLst xmlns:a="http://schemas.openxmlformats.org/drawingml/2006/main">
              <a:ext uri="{FF2B5EF4-FFF2-40B4-BE49-F238E27FC236}">
                <a16:creationId xmlns:a16="http://schemas.microsoft.com/office/drawing/2014/main" id="{DAD22902-E7FD-48E9-A548-746BC32715D1}"/>
              </a:ext>
            </a:extLst>
          </p:cNvPr>
          <p:cNvSpPr>
            <a:spLocks xmlns:a="http://schemas.openxmlformats.org/drawingml/2006/main" noGrp="1"/>
          </p:cNvSpPr>
          <p:nvPr/>
        </p:nvSpPr>
        <p:spPr>
          <a:xfrm xmlns:a="http://schemas.openxmlformats.org/drawingml/2006/main">
            <a:off x="666750" y="4095750"/>
            <a:ext cx="5095875" cy="952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9" name="formal-name-t">
            <a:extLst xmlns:a="http://schemas.openxmlformats.org/drawingml/2006/main">
              <a:ext uri="{FF2B5EF4-FFF2-40B4-BE49-F238E27FC236}">
                <a16:creationId xmlns:a16="http://schemas.microsoft.com/office/drawing/2014/main" id="{DB2C4AD6-7846-4F85-807A-1ABD055A1367}"/>
              </a:ext>
            </a:extLst>
          </p:cNvPr>
          <p:cNvSpPr>
            <a:spLocks xmlns:a="http://schemas.openxmlformats.org/drawingml/2006/main" noGrp="1"/>
          </p:cNvSpPr>
          <p:nvPr/>
        </p:nvSpPr>
        <p:spPr>
          <a:xfrm xmlns:a="http://schemas.openxmlformats.org/drawingml/2006/main">
            <a:off x="904875" y="432435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正式名称</a:t>
            </a:r>
          </a:p>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文平均正規化Levenshtein距離 × 100</a:t>
            </a:r>
          </a:p>
        </p:txBody>
      </p:sp>
      <p:sp>
        <p:nvSpPr>
          <p:cNvPr id="10" name="limit-h">
            <a:extLst xmlns:a="http://schemas.openxmlformats.org/drawingml/2006/main">
              <a:ext uri="{FF2B5EF4-FFF2-40B4-BE49-F238E27FC236}">
                <a16:creationId xmlns:a16="http://schemas.microsoft.com/office/drawing/2014/main" id="{E40A1AFF-F485-4C4F-AB8F-1B25B39A35DA}"/>
              </a:ext>
            </a:extLst>
          </p:cNvPr>
          <p:cNvSpPr>
            <a:spLocks xmlns:a="http://schemas.openxmlformats.org/drawingml/2006/main" noGrp="1"/>
          </p:cNvSpPr>
          <p:nvPr/>
        </p:nvSpPr>
        <p:spPr>
          <a:xfrm xmlns:a="http://schemas.openxmlformats.org/drawingml/2006/main">
            <a:off x="6667500" y="1238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この指標だけでは分からないこと</a:t>
            </a:r>
          </a:p>
        </p:txBody>
      </p:sp>
      <p:sp>
        <p:nvSpPr>
          <p:cNvPr id="11" name="limit-1">
            <a:extLst xmlns:a="http://schemas.openxmlformats.org/drawingml/2006/main">
              <a:ext uri="{FF2B5EF4-FFF2-40B4-BE49-F238E27FC236}">
                <a16:creationId xmlns:a16="http://schemas.microsoft.com/office/drawing/2014/main" id="{EF7A14FA-061D-4792-A3F8-24C01C5E3689}"/>
              </a:ext>
            </a:extLst>
          </p:cNvPr>
          <p:cNvSpPr>
            <a:spLocks xmlns:a="http://schemas.openxmlformats.org/drawingml/2006/main" noGrp="1"/>
          </p:cNvSpPr>
          <p:nvPr/>
        </p:nvSpPr>
        <p:spPr>
          <a:xfrm xmlns:a="http://schemas.openxmlformats.org/drawingml/2006/main">
            <a:off x="6667500" y="1857375"/>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・編集に要した時間や認知的な難しさ</a:t>
            </a:r>
          </a:p>
        </p:txBody>
      </p:sp>
      <p:sp>
        <p:nvSpPr>
          <p:cNvPr id="12" name="limit-2">
            <a:extLst xmlns:a="http://schemas.openxmlformats.org/drawingml/2006/main">
              <a:ext uri="{FF2B5EF4-FFF2-40B4-BE49-F238E27FC236}">
                <a16:creationId xmlns:a16="http://schemas.microsoft.com/office/drawing/2014/main" id="{4DF1DEFC-8A7D-4538-9A1B-BEBE27EA9C30}"/>
              </a:ext>
            </a:extLst>
          </p:cNvPr>
          <p:cNvSpPr>
            <a:spLocks xmlns:a="http://schemas.openxmlformats.org/drawingml/2006/main" noGrp="1"/>
          </p:cNvSpPr>
          <p:nvPr/>
        </p:nvSpPr>
        <p:spPr>
          <a:xfrm xmlns:a="http://schemas.openxmlformats.org/drawingml/2006/main">
            <a:off x="6667500" y="238125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・意味を保った言い換えの良し悪し</a:t>
            </a:r>
          </a:p>
        </p:txBody>
      </p:sp>
      <p:sp>
        <p:nvSpPr>
          <p:cNvPr id="13" name="limit-3">
            <a:extLst xmlns:a="http://schemas.openxmlformats.org/drawingml/2006/main">
              <a:ext uri="{FF2B5EF4-FFF2-40B4-BE49-F238E27FC236}">
                <a16:creationId xmlns:a16="http://schemas.microsoft.com/office/drawing/2014/main" id="{E0DC824D-4BE4-404F-B7F9-E52315080B66}"/>
              </a:ext>
            </a:extLst>
          </p:cNvPr>
          <p:cNvSpPr>
            <a:spLocks xmlns:a="http://schemas.openxmlformats.org/drawingml/2006/main" noGrp="1"/>
          </p:cNvSpPr>
          <p:nvPr/>
        </p:nvSpPr>
        <p:spPr>
          <a:xfrm xmlns:a="http://schemas.openxmlformats.org/drawingml/2006/main">
            <a:off x="6667500" y="2905125"/>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・語句を移動したときの人間の手間</a:t>
            </a:r>
          </a:p>
        </p:txBody>
      </p:sp>
      <p:sp>
        <p:nvSpPr>
          <p:cNvPr id="14" name="choice-h">
            <a:extLst xmlns:a="http://schemas.openxmlformats.org/drawingml/2006/main">
              <a:ext uri="{FF2B5EF4-FFF2-40B4-BE49-F238E27FC236}">
                <a16:creationId xmlns:a16="http://schemas.microsoft.com/office/drawing/2014/main" id="{31DB1DA1-F0DA-40E0-8CD6-F1616C683026}"/>
              </a:ext>
            </a:extLst>
          </p:cNvPr>
          <p:cNvSpPr>
            <a:spLocks xmlns:a="http://schemas.openxmlformats.org/drawingml/2006/main" noGrp="1"/>
          </p:cNvSpPr>
          <p:nvPr/>
        </p:nvSpPr>
        <p:spPr>
          <a:xfrm xmlns:a="http://schemas.openxmlformats.org/drawingml/2006/main">
            <a:off x="6667500" y="37623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今回これを使う理由</a:t>
            </a:r>
          </a:p>
        </p:txBody>
      </p:sp>
      <p:sp>
        <p:nvSpPr>
          <p:cNvPr id="15" name="choice">
            <a:extLst xmlns:a="http://schemas.openxmlformats.org/drawingml/2006/main">
              <a:ext uri="{FF2B5EF4-FFF2-40B4-BE49-F238E27FC236}">
                <a16:creationId xmlns:a16="http://schemas.microsoft.com/office/drawing/2014/main" id="{184CCECF-85A6-4AFB-A988-08B495B3BC4F}"/>
              </a:ext>
            </a:extLst>
          </p:cNvPr>
          <p:cNvSpPr>
            <a:spLocks xmlns:a="http://schemas.openxmlformats.org/drawingml/2006/main" noGrp="1"/>
          </p:cNvSpPr>
          <p:nvPr/>
        </p:nvSpPr>
        <p:spPr>
          <a:xfrm xmlns:a="http://schemas.openxmlformats.org/drawingml/2006/main">
            <a:off x="6667500" y="4286250"/>
            <a:ext cx="4667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模擬編集では作業時間を測れないため、</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条件名を使わず機械的に再計算できる</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「生成文から完成文までの変更量」を主指標にした</a:t>
            </a:r>
          </a:p>
        </p:txBody>
      </p:sp>
      <p:sp>
        <p:nvSpPr>
          <p:cNvPr id="16" name="appendix-foot">
            <a:extLst xmlns:a="http://schemas.openxmlformats.org/drawingml/2006/main">
              <a:ext uri="{FF2B5EF4-FFF2-40B4-BE49-F238E27FC236}">
                <a16:creationId xmlns:a16="http://schemas.microsoft.com/office/drawing/2014/main" id="{BFE71E51-62C3-43F1-B8F7-EEBA000705D8}"/>
              </a:ext>
            </a:extLst>
          </p:cNvPr>
          <p:cNvSpPr>
            <a:spLocks xmlns:a="http://schemas.openxmlformats.org/drawingml/2006/main" noGrp="1"/>
          </p:cNvSpPr>
          <p:nvPr/>
        </p:nvSpPr>
        <p:spPr>
          <a:xfrm xmlns:a="http://schemas.openxmlformats.org/drawingml/2006/main">
            <a:off x="1190625" y="5857875"/>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補助指標として「編集された文の割合」も記録。実ユーザ実験では編集時間と主観評価を追加する。</a:t>
            </a:r>
          </a:p>
        </p:txBody>
      </p:sp>
    </p:spTree>
    <p:extLst>
      <p:ext uri="{BB962C8B-B14F-4D97-AF65-F5344CB8AC3E}">
        <p14:creationId xmlns:p14="http://schemas.microsoft.com/office/powerpoint/2010/main" val="3634755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2026-08-16T13:19:03.4630000Z</dcterms:created>
  <dcterms:modified xsi:type="dcterms:W3CDTF">2026-08-16T13:19:03.4630000Z</dcterms:modified>
</coreProperties>
</file>