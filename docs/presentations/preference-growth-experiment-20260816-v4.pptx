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56895f851f4474" /><Relationship Type="http://schemas.openxmlformats.org/officeDocument/2006/relationships/extended-properties" Target="/docProps/app.xml" Id="R29fc99a6e5df4c84" /><Relationship Type="http://schemas.openxmlformats.org/officeDocument/2006/relationships/officeDocument" Target="/ppt/presentation.xml" Id="Rf7d8d1dac76f4d4f" /></Relationships>
</file>

<file path=ppt/presentation.xml><?xml version="1.0" encoding="utf-8"?>
<p:presentation xmlns:p="http://schemas.openxmlformats.org/presentationml/2006/main">
  <p:sldMasterIdLst>
    <p:sldMasterId xmlns:r="http://schemas.openxmlformats.org/officeDocument/2006/relationships" id="2147483648" r:id="Rf8462158f70a45c6"/>
  </p:sldMasterIdLst>
  <p:notesMasterIdLst>
    <p:notesMasterId xmlns:r="http://schemas.openxmlformats.org/officeDocument/2006/relationships" r:id="Rfb0dfaaedec549e5"/>
  </p:notesMasterIdLst>
  <p:sldIdLst>
    <p:sldId xmlns:r="http://schemas.openxmlformats.org/officeDocument/2006/relationships" id="256" r:id="R120612233a5944b0"/>
    <p:sldId xmlns:r="http://schemas.openxmlformats.org/officeDocument/2006/relationships" id="257" r:id="R77ed1441d4a54e47"/>
    <p:sldId xmlns:r="http://schemas.openxmlformats.org/officeDocument/2006/relationships" id="258" r:id="Rcd098d525bca4021"/>
    <p:sldId xmlns:r="http://schemas.openxmlformats.org/officeDocument/2006/relationships" id="259" r:id="Rdae98e54d8544fbe"/>
    <p:sldId xmlns:r="http://schemas.openxmlformats.org/officeDocument/2006/relationships" id="260" r:id="Rb47cdc0e3f644291"/>
    <p:sldId xmlns:r="http://schemas.openxmlformats.org/officeDocument/2006/relationships" id="261" r:id="R1547c4290f8d48ee"/>
    <p:sldId xmlns:r="http://schemas.openxmlformats.org/officeDocument/2006/relationships" id="262" r:id="R1e7d09c399014f4c"/>
    <p:sldId xmlns:r="http://schemas.openxmlformats.org/officeDocument/2006/relationships" id="263" r:id="Ra1ac9d8f200f4bd4"/>
    <p:sldId xmlns:r="http://schemas.openxmlformats.org/officeDocument/2006/relationships" id="264" r:id="R08fe22fd07044704"/>
    <p:sldId xmlns:r="http://schemas.openxmlformats.org/officeDocument/2006/relationships" id="265" r:id="R5d210d81215448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0ac8ac0a2a4e95" /><Relationship Type="http://schemas.openxmlformats.org/officeDocument/2006/relationships/slideMaster" Target="/ppt/slideMasters/slideMaster1.xml" Id="Rf8462158f70a45c6" /><Relationship Type="http://schemas.openxmlformats.org/officeDocument/2006/relationships/notesMaster" Target="/ppt/notesMasters/notesMaster1.xml" Id="Rfb0dfaaedec549e5" /><Relationship Type="http://schemas.openxmlformats.org/officeDocument/2006/relationships/presProps" Target="/ppt/presProps.xml" Id="Rbed26f0bb3514f63" /><Relationship Type="http://schemas.openxmlformats.org/officeDocument/2006/relationships/tableStyles" Target="/ppt/tableStyles.xml" Id="R7626e2c1694c49db" /><Relationship Type="http://schemas.openxmlformats.org/officeDocument/2006/relationships/slide" Target="/ppt/slides/slide1.xml" Id="R120612233a5944b0" /><Relationship Type="http://schemas.openxmlformats.org/officeDocument/2006/relationships/slide" Target="/ppt/slides/slide2.xml" Id="R77ed1441d4a54e47" /><Relationship Type="http://schemas.openxmlformats.org/officeDocument/2006/relationships/slide" Target="/ppt/slides/slide3.xml" Id="Rcd098d525bca4021" /><Relationship Type="http://schemas.openxmlformats.org/officeDocument/2006/relationships/slide" Target="/ppt/slides/slide4.xml" Id="Rdae98e54d8544fbe" /><Relationship Type="http://schemas.openxmlformats.org/officeDocument/2006/relationships/slide" Target="/ppt/slides/slide5.xml" Id="Rb47cdc0e3f644291" /><Relationship Type="http://schemas.openxmlformats.org/officeDocument/2006/relationships/slide" Target="/ppt/slides/slide6.xml" Id="R1547c4290f8d48ee" /><Relationship Type="http://schemas.openxmlformats.org/officeDocument/2006/relationships/slide" Target="/ppt/slides/slide7.xml" Id="R1e7d09c399014f4c" /><Relationship Type="http://schemas.openxmlformats.org/officeDocument/2006/relationships/slide" Target="/ppt/slides/slide8.xml" Id="Ra1ac9d8f200f4bd4" /><Relationship Type="http://schemas.openxmlformats.org/officeDocument/2006/relationships/slide" Target="/ppt/slides/slide9.xml" Id="R08fe22fd07044704" /><Relationship Type="http://schemas.openxmlformats.org/officeDocument/2006/relationships/slide" Target="/ppt/slides/slide10.xml" Id="R5d210d81215448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f1b1222c6a4f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ef4e26e9bb4433" /><Relationship Type="http://schemas.openxmlformats.org/officeDocument/2006/relationships/notesMaster" Target="/ppt/notesMasters/notesMaster1.xml" Id="Rd4f81609d0bb46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462d5ff1a3479d" /><Relationship Type="http://schemas.openxmlformats.org/officeDocument/2006/relationships/notesMaster" Target="/ppt/notesMasters/notesMaster1.xml" Id="R1c924d4f425b46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4d3c6fc9024ff9" /><Relationship Type="http://schemas.openxmlformats.org/officeDocument/2006/relationships/notesMaster" Target="/ppt/notesMasters/notesMaster1.xml" Id="R896103ec626c4d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2fb0cc369d440f" /><Relationship Type="http://schemas.openxmlformats.org/officeDocument/2006/relationships/notesMaster" Target="/ppt/notesMasters/notesMaster1.xml" Id="R22076cd0364a42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a129d9613e4c05" /><Relationship Type="http://schemas.openxmlformats.org/officeDocument/2006/relationships/notesMaster" Target="/ppt/notesMasters/notesMaster1.xml" Id="Re7fcdfe8ab754f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cf19aef6e94aae" /><Relationship Type="http://schemas.openxmlformats.org/officeDocument/2006/relationships/notesMaster" Target="/ppt/notesMasters/notesMaster1.xml" Id="Rba292644806c4d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87724233184dbc" /><Relationship Type="http://schemas.openxmlformats.org/officeDocument/2006/relationships/notesMaster" Target="/ppt/notesMasters/notesMaster1.xml" Id="Rf01d893c740344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87698b003440a4" /><Relationship Type="http://schemas.openxmlformats.org/officeDocument/2006/relationships/notesMaster" Target="/ppt/notesMasters/notesMaster1.xml" Id="R17d11220798846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343f9510564fd5" /><Relationship Type="http://schemas.openxmlformats.org/officeDocument/2006/relationships/notesMaster" Target="/ppt/notesMasters/notesMaster1.xml" Id="R70886485b54640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578a51f2e346c1" /><Relationship Type="http://schemas.openxmlformats.org/officeDocument/2006/relationships/notesMaster" Target="/ppt/notesMasters/notesMaster1.xml" Id="R60e83075fe9d4b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今回の問いは一つです。過去の編集から好みを学び、次の台本に反映すると、完成形までの編集量が減るかを調べました。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台本の生成、必要箇所の編集、好みの抽出、次回生成への反映を1サイクルとして実装しました。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利用では青い経路だけを進みます。1回目の編集から履歴①を作り、2回目は履歴①を使って生成します。その編集から履歴②を追加し、3回目は履歴①と②を使います。灰色は実験用の比較生成であり、その編集は履歴へ追加し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模擬編集では編集数を指定していません。各好み方針に照らして必要と判断した文だけを編集しました。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編集負担は実時間ではなく、文ごとの正規化編集距離を台本全体で平均した値です。このスライドの3文は計算方法を説明するための例です。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棒は削減率ではなく、実際に測定した編集負担です。灰色は比較のためだけに履歴なしで生成した台本、青は1回目の履歴を使った実利用側の台本です。灰色側の編集は次回の履歴へ加えていません。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回目では好みにより結果が分かれました。灰色は比較用の履歴なし生成、青は履歴①と②を使った実利用側です。結論先行は比較用では編集不要だった一方、実利用側では1文の修正が必要になりました。比較用の編集は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最も流れが分かりやすかった事例です。ただし、単一生成の事例なので、同じ結果が再現するかは次の実験で確認します。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原因は確定ではありませんが、意味が近い好みが複数の指示として渡されたことが過剰適用につながった可能性があります。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結論は控えめにします。今回は反映経路の成立性と失敗モードを確認した段階です。次は重複統合あり・なし、複数回生成、実ユーザ評価へ進みます。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ace052988d49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5a34e1438c48f3" /><Relationship Type="http://schemas.openxmlformats.org/officeDocument/2006/relationships/slideLayout" Target="/ppt/slideLayouts/slideLayout1.xml" Id="Ra5a9f55d9fd945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a9f55d9fd945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b79c86b1ca4208" /><Relationship Type="http://schemas.openxmlformats.org/officeDocument/2006/relationships/notesSlide" Target="/ppt/notesSlides/notesSlide1.xml" Id="R96beba8f8c0c44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db2b85302f4070" /><Relationship Type="http://schemas.openxmlformats.org/officeDocument/2006/relationships/notesSlide" Target="/ppt/notesSlides/notesSlide2.xml" Id="Rab51b71eac004c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5d41affe0b4dc5" /><Relationship Type="http://schemas.openxmlformats.org/officeDocument/2006/relationships/notesSlide" Target="/ppt/notesSlides/notesSlide3.xml" Id="Rad4aa0116c7f47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a831e061914051" /><Relationship Type="http://schemas.openxmlformats.org/officeDocument/2006/relationships/notesSlide" Target="/ppt/notesSlides/notesSlide4.xml" Id="R68f433c42ad64a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cd65717f5244b8" /><Relationship Type="http://schemas.openxmlformats.org/officeDocument/2006/relationships/notesSlide" Target="/ppt/notesSlides/notesSlide5.xml" Id="Rbaa629c33b864a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d72eb50caa4e99" /><Relationship Type="http://schemas.openxmlformats.org/officeDocument/2006/relationships/chart" Target="/ppt/slides/charts/chart1.xml" Id="Rd5d0f697ddb34354" /><Relationship Type="http://schemas.openxmlformats.org/officeDocument/2006/relationships/notesSlide" Target="/ppt/notesSlides/notesSlide6.xml" Id="Racbb476a35ad4b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7c019eb07148dd" /><Relationship Type="http://schemas.openxmlformats.org/officeDocument/2006/relationships/chart" Target="/ppt/slides/charts/chart2.xml" Id="R4ad83ec41fb2400c" /><Relationship Type="http://schemas.openxmlformats.org/officeDocument/2006/relationships/notesSlide" Target="/ppt/notesSlides/notesSlide7.xml" Id="Rfc5f4fb168e141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8b2953b1894451" /><Relationship Type="http://schemas.openxmlformats.org/officeDocument/2006/relationships/notesSlide" Target="/ppt/notesSlides/notesSlide8.xml" Id="R9a100670869e4c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ddd9c9a6ab4a74" /><Relationship Type="http://schemas.openxmlformats.org/officeDocument/2006/relationships/notesSlide" Target="/ppt/notesSlides/notesSlide9.xml" Id="R67fdac2c0d8a40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b2a6378cbca4a25" /><Relationship Type="http://schemas.openxmlformats.org/officeDocument/2006/relationships/notesSlide" Target="/ppt/notesSlides/notesSlide10.xml" Id="R59c892db7ece4e30" /></Relationships>
</file>

<file path=ppt/slides/charts/chart1.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0.00</c:formatCode>
              <c:ptCount val="4"/>
              <c:pt idx="0">
                <c:v>0.1223</c:v>
              </c:pt>
              <c:pt idx="1">
                <c:v>0.0763</c:v>
              </c:pt>
              <c:pt idx="2">
                <c:v>0.0924</c:v>
              </c:pt>
              <c:pt idx="3">
                <c:v>0.0299</c:v>
              </c:pt>
            </c:numLit>
          </c:val>
        </c:ser>
        <c:ser>
          <c:idx val="1"/>
          <c:order val="1"/>
          <c:tx>
            <c:v>実利用側：履歴1回分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0.00</c:formatCode>
              <c:ptCount val="4"/>
              <c:pt idx="0">
                <c:v>0.0548</c:v>
              </c:pt>
              <c:pt idx="1">
                <c:v>0.0589</c:v>
              </c:pt>
              <c:pt idx="2">
                <c:v>0</c:v>
              </c:pt>
              <c:pt idx="3">
                <c:v>0.0155</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0.14"/>
          <c:min val="0"/>
        </c:scaling>
        <c:delete val="0"/>
        <c:axPos val="l"/>
        <c:majorGridlines>
          <c:spPr>
            <a:ln xmlns:a="http://schemas.openxmlformats.org/drawingml/2006/main" w="9525">
              <a:solidFill>
                <a:srgbClr val="EDEDE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02"/>
      </c:valAx>
      <c:spPr>
        <a:noFill xmlns:a="http://schemas.openxmlformats.org/drawingml/2006/mai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0.00</c:formatCode>
              <c:ptCount val="4"/>
              <c:pt idx="0">
                <c:v>0.1803</c:v>
              </c:pt>
              <c:pt idx="1">
                <c:v>0.0674</c:v>
              </c:pt>
              <c:pt idx="2">
                <c:v>0</c:v>
              </c:pt>
              <c:pt idx="3">
                <c:v>0.1099</c:v>
              </c:pt>
            </c:numLit>
          </c:val>
        </c:ser>
        <c:ser>
          <c:idx val="1"/>
          <c:order val="1"/>
          <c:tx>
            <c:v>実利用側：履歴2回分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0.00</c:formatCode>
              <c:ptCount val="4"/>
              <c:pt idx="0">
                <c:v>0.131</c:v>
              </c:pt>
              <c:pt idx="1">
                <c:v>0.0835</c:v>
              </c:pt>
              <c:pt idx="2">
                <c:v>0.0135</c:v>
              </c:pt>
              <c:pt idx="3">
                <c:v>0.0802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0.2"/>
          <c:min val="0"/>
        </c:scaling>
        <c:delete val="0"/>
        <c:axPos val="l"/>
        <c:majorGridlines>
          <c:spPr>
            <a:ln xmlns:a="http://schemas.openxmlformats.org/drawingml/2006/main" w="9525">
              <a:solidFill>
                <a:srgbClr val="EDEDE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04"/>
      </c:valAx>
      <c:spPr>
        <a:noFill xmlns:a="http://schemas.openxmlformats.org/drawingml/2006/mai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01457E9C-6671-4B2E-B0D0-365FF8708A05}"/>
              </a:ext>
            </a:extLst>
          </p:cNvPr>
          <p:cNvSpPr>
            <a:spLocks xmlns:a="http://schemas.openxmlformats.org/drawingml/2006/main" noGrp="1"/>
          </p:cNvSpPr>
          <p:nvPr/>
        </p:nvSpPr>
        <p:spPr>
          <a:xfrm xmlns:a="http://schemas.openxmlformats.org/drawingml/2006/main">
            <a:off x="457200" y="457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1666E"/>
                </a:solidFill>
                <a:latin typeface="Helvetica Neue"/>
                <a:ea typeface="Helvetica Neue"/>
                <a:cs typeface="Helvetica Neue"/>
              </a:defRPr>
            </a:pPr>
            <a:r>
              <a:rPr sz="1650" b="0">
                <a:solidFill>
                  <a:srgbClr val="61666E"/>
                </a:solidFill>
                <a:latin typeface="Helvetica Neue"/>
                <a:ea typeface="Helvetica Neue"/>
                <a:cs typeface="Helvetica Neue"/>
              </a:rPr>
              <a:t>研究進捗報告</a:t>
            </a:r>
          </a:p>
        </p:txBody>
      </p:sp>
      <p:sp>
        <p:nvSpPr>
          <p:cNvPr id="2" name="cover">
            <a:extLst xmlns:a="http://schemas.openxmlformats.org/drawingml/2006/main">
              <a:ext uri="{FF2B5EF4-FFF2-40B4-BE49-F238E27FC236}">
                <a16:creationId xmlns:a16="http://schemas.microsoft.com/office/drawing/2014/main" id="{273B0956-A3F1-4850-B73C-676AF696B857}"/>
              </a:ext>
            </a:extLst>
          </p:cNvPr>
          <p:cNvSpPr>
            <a:spLocks xmlns:a="http://schemas.openxmlformats.org/drawingml/2006/main" noGrp="1"/>
          </p:cNvSpPr>
          <p:nvPr/>
        </p:nvSpPr>
        <p:spPr>
          <a:xfrm xmlns:a="http://schemas.openxmlformats.org/drawingml/2006/main">
            <a:off x="457200" y="1952625"/>
            <a:ext cx="10668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編集履歴を次回の台本生成に反映すると、</a:t>
            </a:r>
          </a:p>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ユーザの編集量は減るか</a:t>
            </a:r>
          </a:p>
        </p:txBody>
      </p:sp>
      <p:sp>
        <p:nvSpPr>
          <p:cNvPr id="3" name="sub">
            <a:extLst xmlns:a="http://schemas.openxmlformats.org/drawingml/2006/main">
              <a:ext uri="{FF2B5EF4-FFF2-40B4-BE49-F238E27FC236}">
                <a16:creationId xmlns:a16="http://schemas.microsoft.com/office/drawing/2014/main" id="{89353349-F3BD-433D-B73D-90DA0828CC01}"/>
              </a:ext>
            </a:extLst>
          </p:cNvPr>
          <p:cNvSpPr>
            <a:spLocks xmlns:a="http://schemas.openxmlformats.org/drawingml/2006/main" noGrp="1"/>
          </p:cNvSpPr>
          <p:nvPr/>
        </p:nvSpPr>
        <p:spPr>
          <a:xfrm xmlns:a="http://schemas.openxmlformats.org/drawingml/2006/main">
            <a:off x="457200" y="48101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11111"/>
                </a:solidFill>
                <a:latin typeface="Helvetica Neue"/>
                <a:ea typeface="Helvetica Neue"/>
                <a:cs typeface="Helvetica Neue"/>
              </a:defRPr>
            </a:pPr>
            <a:r>
              <a:rPr sz="2025" b="0">
                <a:solidFill>
                  <a:srgbClr val="111111"/>
                </a:solidFill>
                <a:latin typeface="Helvetica Neue"/>
                <a:ea typeface="Helvetica Neue"/>
                <a:cs typeface="Helvetica Neue"/>
              </a:rPr>
              <a:t>4種類の好みによる予備実験</a:t>
            </a:r>
          </a:p>
        </p:txBody>
      </p:sp>
    </p:spTree>
    <p:extLst>
      <p:ext uri="{BB962C8B-B14F-4D97-AF65-F5344CB8AC3E}">
        <p14:creationId xmlns:p14="http://schemas.microsoft.com/office/powerpoint/2010/main" val="4441994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2">
            <a:extLst xmlns:a="http://schemas.openxmlformats.org/drawingml/2006/main">
              <a:ext uri="{FF2B5EF4-FFF2-40B4-BE49-F238E27FC236}">
                <a16:creationId xmlns:a16="http://schemas.microsoft.com/office/drawing/2014/main" id="{0CCEEA87-DD28-4A7E-AC38-928B06227C55}"/>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今回試したこと</a:t>
            </a:r>
          </a:p>
        </p:txBody>
      </p:sp>
      <p:sp>
        <p:nvSpPr>
          <p:cNvPr id="2" name="page-2">
            <a:extLst xmlns:a="http://schemas.openxmlformats.org/drawingml/2006/main">
              <a:ext uri="{FF2B5EF4-FFF2-40B4-BE49-F238E27FC236}">
                <a16:creationId xmlns:a16="http://schemas.microsoft.com/office/drawing/2014/main" id="{CCB911C1-DE33-4460-90A2-47648FA98EB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2</a:t>
            </a:r>
          </a:p>
        </p:txBody>
      </p:sp>
      <p:sp>
        <p:nvSpPr>
          <p:cNvPr id="3" name="a1">
            <a:extLst xmlns:a="http://schemas.openxmlformats.org/drawingml/2006/main">
              <a:ext uri="{FF2B5EF4-FFF2-40B4-BE49-F238E27FC236}">
                <a16:creationId xmlns:a16="http://schemas.microsoft.com/office/drawing/2014/main" id="{B4B773CB-656C-4866-8CCD-6F32DA977B1D}"/>
              </a:ext>
            </a:extLst>
          </p:cNvPr>
          <p:cNvSpPr>
            <a:spLocks xmlns:a="http://schemas.openxmlformats.org/drawingml/2006/main" noGrp="1"/>
          </p:cNvSpPr>
          <p:nvPr/>
        </p:nvSpPr>
        <p:spPr>
          <a:xfrm xmlns:a="http://schemas.openxmlformats.org/drawingml/2006/main">
            <a:off x="26193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a2">
            <a:extLst xmlns:a="http://schemas.openxmlformats.org/drawingml/2006/main">
              <a:ext uri="{FF2B5EF4-FFF2-40B4-BE49-F238E27FC236}">
                <a16:creationId xmlns:a16="http://schemas.microsoft.com/office/drawing/2014/main" id="{20DBA7D5-5320-4C29-8538-E52C5B586477}"/>
              </a:ext>
            </a:extLst>
          </p:cNvPr>
          <p:cNvSpPr>
            <a:spLocks xmlns:a="http://schemas.openxmlformats.org/drawingml/2006/main" noGrp="1"/>
          </p:cNvSpPr>
          <p:nvPr/>
        </p:nvSpPr>
        <p:spPr>
          <a:xfrm xmlns:a="http://schemas.openxmlformats.org/drawingml/2006/main">
            <a:off x="557212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a3">
            <a:extLst xmlns:a="http://schemas.openxmlformats.org/drawingml/2006/main">
              <a:ext uri="{FF2B5EF4-FFF2-40B4-BE49-F238E27FC236}">
                <a16:creationId xmlns:a16="http://schemas.microsoft.com/office/drawing/2014/main" id="{2D0BB97E-5880-4616-B104-B7EA87DB758E}"/>
              </a:ext>
            </a:extLst>
          </p:cNvPr>
          <p:cNvSpPr>
            <a:spLocks xmlns:a="http://schemas.openxmlformats.org/drawingml/2006/main" noGrp="1"/>
          </p:cNvSpPr>
          <p:nvPr/>
        </p:nvSpPr>
        <p:spPr>
          <a:xfrm xmlns:a="http://schemas.openxmlformats.org/drawingml/2006/main">
            <a:off x="85248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flow-0">
            <a:extLst xmlns:a="http://schemas.openxmlformats.org/drawingml/2006/main">
              <a:ext uri="{FF2B5EF4-FFF2-40B4-BE49-F238E27FC236}">
                <a16:creationId xmlns:a16="http://schemas.microsoft.com/office/drawing/2014/main" id="{D5A73138-2028-44DB-B481-BFBFDCA3A038}"/>
              </a:ext>
            </a:extLst>
          </p:cNvPr>
          <p:cNvSpPr>
            <a:spLocks xmlns:a="http://schemas.openxmlformats.org/drawingml/2006/main" noGrp="1"/>
          </p:cNvSpPr>
          <p:nvPr/>
        </p:nvSpPr>
        <p:spPr>
          <a:xfrm xmlns:a="http://schemas.openxmlformats.org/drawingml/2006/main">
            <a:off x="5238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h-0">
            <a:extLst xmlns:a="http://schemas.openxmlformats.org/drawingml/2006/main">
              <a:ext uri="{FF2B5EF4-FFF2-40B4-BE49-F238E27FC236}">
                <a16:creationId xmlns:a16="http://schemas.microsoft.com/office/drawing/2014/main" id="{95C35EA4-C247-4AE0-A12C-70FB9CFAC8D2}"/>
              </a:ext>
            </a:extLst>
          </p:cNvPr>
          <p:cNvSpPr>
            <a:spLocks xmlns:a="http://schemas.openxmlformats.org/drawingml/2006/main" noGrp="1"/>
          </p:cNvSpPr>
          <p:nvPr/>
        </p:nvSpPr>
        <p:spPr>
          <a:xfrm xmlns:a="http://schemas.openxmlformats.org/drawingml/2006/main">
            <a:off x="7143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① 台本を生成</a:t>
            </a:r>
          </a:p>
        </p:txBody>
      </p:sp>
      <p:sp>
        <p:nvSpPr>
          <p:cNvPr id="8" name="fb-0">
            <a:extLst xmlns:a="http://schemas.openxmlformats.org/drawingml/2006/main">
              <a:ext uri="{FF2B5EF4-FFF2-40B4-BE49-F238E27FC236}">
                <a16:creationId xmlns:a16="http://schemas.microsoft.com/office/drawing/2014/main" id="{C0ED2053-6B1C-4DA7-9FD1-C5C989C2B3E0}"/>
              </a:ext>
            </a:extLst>
          </p:cNvPr>
          <p:cNvSpPr>
            <a:spLocks xmlns:a="http://schemas.openxmlformats.org/drawingml/2006/main" noGrp="1"/>
          </p:cNvSpPr>
          <p:nvPr/>
        </p:nvSpPr>
        <p:spPr>
          <a:xfrm xmlns:a="http://schemas.openxmlformats.org/drawingml/2006/main">
            <a:off x="7143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最初は好みの情報なし</a:t>
            </a:r>
          </a:p>
        </p:txBody>
      </p:sp>
      <p:sp>
        <p:nvSpPr>
          <p:cNvPr id="9" name="flow-1">
            <a:extLst xmlns:a="http://schemas.openxmlformats.org/drawingml/2006/main">
              <a:ext uri="{FF2B5EF4-FFF2-40B4-BE49-F238E27FC236}">
                <a16:creationId xmlns:a16="http://schemas.microsoft.com/office/drawing/2014/main" id="{DC5FA71D-D050-4C90-A5FE-1B70F0BD7307}"/>
              </a:ext>
            </a:extLst>
          </p:cNvPr>
          <p:cNvSpPr>
            <a:spLocks xmlns:a="http://schemas.openxmlformats.org/drawingml/2006/main" noGrp="1"/>
          </p:cNvSpPr>
          <p:nvPr/>
        </p:nvSpPr>
        <p:spPr>
          <a:xfrm xmlns:a="http://schemas.openxmlformats.org/drawingml/2006/main">
            <a:off x="347662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fh-1">
            <a:extLst xmlns:a="http://schemas.openxmlformats.org/drawingml/2006/main">
              <a:ext uri="{FF2B5EF4-FFF2-40B4-BE49-F238E27FC236}">
                <a16:creationId xmlns:a16="http://schemas.microsoft.com/office/drawing/2014/main" id="{FC5B000A-3667-4443-801F-D4D02A894A20}"/>
              </a:ext>
            </a:extLst>
          </p:cNvPr>
          <p:cNvSpPr>
            <a:spLocks xmlns:a="http://schemas.openxmlformats.org/drawingml/2006/main" noGrp="1"/>
          </p:cNvSpPr>
          <p:nvPr/>
        </p:nvSpPr>
        <p:spPr>
          <a:xfrm xmlns:a="http://schemas.openxmlformats.org/drawingml/2006/main">
            <a:off x="36671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② 好みに沿って編集</a:t>
            </a:r>
          </a:p>
        </p:txBody>
      </p:sp>
      <p:sp>
        <p:nvSpPr>
          <p:cNvPr id="11" name="fb-1">
            <a:extLst xmlns:a="http://schemas.openxmlformats.org/drawingml/2006/main">
              <a:ext uri="{FF2B5EF4-FFF2-40B4-BE49-F238E27FC236}">
                <a16:creationId xmlns:a16="http://schemas.microsoft.com/office/drawing/2014/main" id="{DB0C7A54-A933-4EFE-A1F6-7004E67CFECA}"/>
              </a:ext>
            </a:extLst>
          </p:cNvPr>
          <p:cNvSpPr>
            <a:spLocks xmlns:a="http://schemas.openxmlformats.org/drawingml/2006/main" noGrp="1"/>
          </p:cNvSpPr>
          <p:nvPr/>
        </p:nvSpPr>
        <p:spPr>
          <a:xfrm xmlns:a="http://schemas.openxmlformats.org/drawingml/2006/main">
            <a:off x="36671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違和感がある文だけ変更</a:t>
            </a:r>
          </a:p>
        </p:txBody>
      </p:sp>
      <p:sp>
        <p:nvSpPr>
          <p:cNvPr id="12" name="flow-2">
            <a:extLst xmlns:a="http://schemas.openxmlformats.org/drawingml/2006/main">
              <a:ext uri="{FF2B5EF4-FFF2-40B4-BE49-F238E27FC236}">
                <a16:creationId xmlns:a16="http://schemas.microsoft.com/office/drawing/2014/main" id="{84B6BCAA-E648-4371-B727-CB33962D4B11}"/>
              </a:ext>
            </a:extLst>
          </p:cNvPr>
          <p:cNvSpPr>
            <a:spLocks xmlns:a="http://schemas.openxmlformats.org/drawingml/2006/main" noGrp="1"/>
          </p:cNvSpPr>
          <p:nvPr/>
        </p:nvSpPr>
        <p:spPr>
          <a:xfrm xmlns:a="http://schemas.openxmlformats.org/drawingml/2006/main">
            <a:off x="64293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fh-2">
            <a:extLst xmlns:a="http://schemas.openxmlformats.org/drawingml/2006/main">
              <a:ext uri="{FF2B5EF4-FFF2-40B4-BE49-F238E27FC236}">
                <a16:creationId xmlns:a16="http://schemas.microsoft.com/office/drawing/2014/main" id="{32C15472-015B-4E59-85BD-936F461D303D}"/>
              </a:ext>
            </a:extLst>
          </p:cNvPr>
          <p:cNvSpPr>
            <a:spLocks xmlns:a="http://schemas.openxmlformats.org/drawingml/2006/main" noGrp="1"/>
          </p:cNvSpPr>
          <p:nvPr/>
        </p:nvSpPr>
        <p:spPr>
          <a:xfrm xmlns:a="http://schemas.openxmlformats.org/drawingml/2006/main">
            <a:off x="66198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677"/>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③ 編集から好みを抽出</a:t>
            </a:r>
          </a:p>
        </p:txBody>
      </p:sp>
      <p:sp>
        <p:nvSpPr>
          <p:cNvPr id="14" name="fb-2">
            <a:extLst xmlns:a="http://schemas.openxmlformats.org/drawingml/2006/main">
              <a:ext uri="{FF2B5EF4-FFF2-40B4-BE49-F238E27FC236}">
                <a16:creationId xmlns:a16="http://schemas.microsoft.com/office/drawing/2014/main" id="{91C3DE26-45B9-4B70-B9C7-3D3688D42AA0}"/>
              </a:ext>
            </a:extLst>
          </p:cNvPr>
          <p:cNvSpPr>
            <a:spLocks xmlns:a="http://schemas.openxmlformats.org/drawingml/2006/main" noGrp="1"/>
          </p:cNvSpPr>
          <p:nvPr/>
        </p:nvSpPr>
        <p:spPr>
          <a:xfrm xmlns:a="http://schemas.openxmlformats.org/drawingml/2006/main">
            <a:off x="66198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編集前後の差をもとに推定</a:t>
            </a:r>
          </a:p>
        </p:txBody>
      </p:sp>
      <p:sp>
        <p:nvSpPr>
          <p:cNvPr id="15" name="flow-3">
            <a:extLst xmlns:a="http://schemas.openxmlformats.org/drawingml/2006/main">
              <a:ext uri="{FF2B5EF4-FFF2-40B4-BE49-F238E27FC236}">
                <a16:creationId xmlns:a16="http://schemas.microsoft.com/office/drawing/2014/main" id="{5EF8EC7F-A612-4674-870B-B16F11489890}"/>
              </a:ext>
            </a:extLst>
          </p:cNvPr>
          <p:cNvSpPr>
            <a:spLocks xmlns:a="http://schemas.openxmlformats.org/drawingml/2006/main" noGrp="1"/>
          </p:cNvSpPr>
          <p:nvPr/>
        </p:nvSpPr>
        <p:spPr>
          <a:xfrm xmlns:a="http://schemas.openxmlformats.org/drawingml/2006/main">
            <a:off x="9382125" y="2143125"/>
            <a:ext cx="2286000" cy="2190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6" name="fh-3">
            <a:extLst xmlns:a="http://schemas.openxmlformats.org/drawingml/2006/main">
              <a:ext uri="{FF2B5EF4-FFF2-40B4-BE49-F238E27FC236}">
                <a16:creationId xmlns:a16="http://schemas.microsoft.com/office/drawing/2014/main" id="{36422425-A362-4464-AFBC-85CB54E04E25}"/>
              </a:ext>
            </a:extLst>
          </p:cNvPr>
          <p:cNvSpPr>
            <a:spLocks xmlns:a="http://schemas.openxmlformats.org/drawingml/2006/main" noGrp="1"/>
          </p:cNvSpPr>
          <p:nvPr/>
        </p:nvSpPr>
        <p:spPr>
          <a:xfrm xmlns:a="http://schemas.openxmlformats.org/drawingml/2006/main">
            <a:off x="95726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④ 次回生成に反映</a:t>
            </a:r>
          </a:p>
        </p:txBody>
      </p:sp>
      <p:sp>
        <p:nvSpPr>
          <p:cNvPr id="17" name="fb-3">
            <a:extLst xmlns:a="http://schemas.openxmlformats.org/drawingml/2006/main">
              <a:ext uri="{FF2B5EF4-FFF2-40B4-BE49-F238E27FC236}">
                <a16:creationId xmlns:a16="http://schemas.microsoft.com/office/drawing/2014/main" id="{51B519A3-8D2F-42D6-B0DA-C22D267BFC53}"/>
              </a:ext>
            </a:extLst>
          </p:cNvPr>
          <p:cNvSpPr>
            <a:spLocks xmlns:a="http://schemas.openxmlformats.org/drawingml/2006/main" noGrp="1"/>
          </p:cNvSpPr>
          <p:nvPr/>
        </p:nvSpPr>
        <p:spPr>
          <a:xfrm xmlns:a="http://schemas.openxmlformats.org/drawingml/2006/main">
            <a:off x="95726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抽出した好みを指示として追加</a:t>
            </a:r>
          </a:p>
        </p:txBody>
      </p:sp>
      <p:sp>
        <p:nvSpPr>
          <p:cNvPr id="18" name="flow-foot">
            <a:extLst xmlns:a="http://schemas.openxmlformats.org/drawingml/2006/main">
              <a:ext uri="{FF2B5EF4-FFF2-40B4-BE49-F238E27FC236}">
                <a16:creationId xmlns:a16="http://schemas.microsoft.com/office/drawing/2014/main" id="{665C3B32-EF25-4A7B-B7E5-1A14748D4B2B}"/>
              </a:ext>
            </a:extLst>
          </p:cNvPr>
          <p:cNvSpPr>
            <a:spLocks xmlns:a="http://schemas.openxmlformats.org/drawingml/2006/main" noGrp="1"/>
          </p:cNvSpPr>
          <p:nvPr/>
        </p:nvSpPr>
        <p:spPr>
          <a:xfrm xmlns:a="http://schemas.openxmlformats.org/drawingml/2006/main">
            <a:off x="1619250" y="514350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確認したいこと：2回目以降の台本が、編集前からユーザの好みに近づくか</a:t>
            </a:r>
          </a:p>
        </p:txBody>
      </p:sp>
    </p:spTree>
    <p:extLst>
      <p:ext uri="{BB962C8B-B14F-4D97-AF65-F5344CB8AC3E}">
        <p14:creationId xmlns:p14="http://schemas.microsoft.com/office/powerpoint/2010/main" val="13648283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3">
            <a:extLst xmlns:a="http://schemas.openxmlformats.org/drawingml/2006/main">
              <a:ext uri="{FF2B5EF4-FFF2-40B4-BE49-F238E27FC236}">
                <a16:creationId xmlns:a16="http://schemas.microsoft.com/office/drawing/2014/main" id="{F847885A-8BB5-4CCB-8384-396993884144}"/>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実際の連続利用に、効果測定用の比較を加えた</a:t>
            </a:r>
          </a:p>
        </p:txBody>
      </p:sp>
      <p:sp>
        <p:nvSpPr>
          <p:cNvPr id="2" name="page-3">
            <a:extLst xmlns:a="http://schemas.openxmlformats.org/drawingml/2006/main">
              <a:ext uri="{FF2B5EF4-FFF2-40B4-BE49-F238E27FC236}">
                <a16:creationId xmlns:a16="http://schemas.microsoft.com/office/drawing/2014/main" id="{5972E409-9F4C-4F63-A7A5-514D867E739B}"/>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3</a:t>
            </a:r>
          </a:p>
        </p:txBody>
      </p:sp>
      <p:sp>
        <p:nvSpPr>
          <p:cNvPr id="3" name="legend-live">
            <a:extLst xmlns:a="http://schemas.openxmlformats.org/drawingml/2006/main">
              <a:ext uri="{FF2B5EF4-FFF2-40B4-BE49-F238E27FC236}">
                <a16:creationId xmlns:a16="http://schemas.microsoft.com/office/drawing/2014/main" id="{0E0106D3-972E-4EAA-92BD-2C5B3CBAC979}"/>
              </a:ext>
            </a:extLst>
          </p:cNvPr>
          <p:cNvSpPr>
            <a:spLocks xmlns:a="http://schemas.openxmlformats.org/drawingml/2006/main" noGrp="1"/>
          </p:cNvSpPr>
          <p:nvPr/>
        </p:nvSpPr>
        <p:spPr>
          <a:xfrm xmlns:a="http://schemas.openxmlformats.org/drawingml/2006/main">
            <a:off x="619125" y="1095375"/>
            <a:ext cx="209550" cy="209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legend-live-t">
            <a:extLst xmlns:a="http://schemas.openxmlformats.org/drawingml/2006/main">
              <a:ext uri="{FF2B5EF4-FFF2-40B4-BE49-F238E27FC236}">
                <a16:creationId xmlns:a16="http://schemas.microsoft.com/office/drawing/2014/main" id="{ABBFD08A-81A7-43D9-801B-D3515A0C04CA}"/>
              </a:ext>
            </a:extLst>
          </p:cNvPr>
          <p:cNvSpPr>
            <a:spLocks xmlns:a="http://schemas.openxmlformats.org/drawingml/2006/main" noGrp="1"/>
          </p:cNvSpPr>
          <p:nvPr/>
        </p:nvSpPr>
        <p:spPr>
          <a:xfrm xmlns:a="http://schemas.openxmlformats.org/drawingml/2006/main">
            <a:off x="952500" y="1066800"/>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実利用：編集履歴を次回へ引き継ぐ</a:t>
            </a:r>
          </a:p>
        </p:txBody>
      </p:sp>
      <p:sp>
        <p:nvSpPr>
          <p:cNvPr id="5" name="legend-control">
            <a:extLst xmlns:a="http://schemas.openxmlformats.org/drawingml/2006/main">
              <a:ext uri="{FF2B5EF4-FFF2-40B4-BE49-F238E27FC236}">
                <a16:creationId xmlns:a16="http://schemas.microsoft.com/office/drawing/2014/main" id="{B15CA0D3-7815-43D1-A170-3B67D793E283}"/>
              </a:ext>
            </a:extLst>
          </p:cNvPr>
          <p:cNvSpPr>
            <a:spLocks xmlns:a="http://schemas.openxmlformats.org/drawingml/2006/main" noGrp="1"/>
          </p:cNvSpPr>
          <p:nvPr/>
        </p:nvSpPr>
        <p:spPr>
          <a:xfrm xmlns:a="http://schemas.openxmlformats.org/drawingml/2006/main">
            <a:off x="6477000" y="1095375"/>
            <a:ext cx="209550" cy="209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gend-control-t">
            <a:extLst xmlns:a="http://schemas.openxmlformats.org/drawingml/2006/main">
              <a:ext uri="{FF2B5EF4-FFF2-40B4-BE49-F238E27FC236}">
                <a16:creationId xmlns:a16="http://schemas.microsoft.com/office/drawing/2014/main" id="{347F8363-8762-4269-B276-9892EA93A2A8}"/>
              </a:ext>
            </a:extLst>
          </p:cNvPr>
          <p:cNvSpPr>
            <a:spLocks xmlns:a="http://schemas.openxmlformats.org/drawingml/2006/main" noGrp="1"/>
          </p:cNvSpPr>
          <p:nvPr/>
        </p:nvSpPr>
        <p:spPr>
          <a:xfrm xmlns:a="http://schemas.openxmlformats.org/drawingml/2006/main">
            <a:off x="6810375" y="1066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比較用：履歴なしで生成し、次回へは引き継がない</a:t>
            </a:r>
          </a:p>
        </p:txBody>
      </p:sp>
      <p:sp>
        <p:nvSpPr>
          <p:cNvPr id="7" name="live-a1">
            <a:extLst xmlns:a="http://schemas.openxmlformats.org/drawingml/2006/main">
              <a:ext uri="{FF2B5EF4-FFF2-40B4-BE49-F238E27FC236}">
                <a16:creationId xmlns:a16="http://schemas.microsoft.com/office/drawing/2014/main" id="{A7034982-0BB1-47AB-B085-B9E00FFC094E}"/>
              </a:ext>
            </a:extLst>
          </p:cNvPr>
          <p:cNvSpPr>
            <a:spLocks xmlns:a="http://schemas.openxmlformats.org/drawingml/2006/main" noGrp="1"/>
          </p:cNvSpPr>
          <p:nvPr/>
        </p:nvSpPr>
        <p:spPr>
          <a:xfrm xmlns:a="http://schemas.openxmlformats.org/drawingml/2006/main">
            <a:off x="3714750"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live-a2">
            <a:extLst xmlns:a="http://schemas.openxmlformats.org/drawingml/2006/main">
              <a:ext uri="{FF2B5EF4-FFF2-40B4-BE49-F238E27FC236}">
                <a16:creationId xmlns:a16="http://schemas.microsoft.com/office/drawing/2014/main" id="{E98D65A7-8119-4F89-A183-6944F60B7807}"/>
              </a:ext>
            </a:extLst>
          </p:cNvPr>
          <p:cNvSpPr>
            <a:spLocks xmlns:a="http://schemas.openxmlformats.org/drawingml/2006/main" noGrp="1"/>
          </p:cNvSpPr>
          <p:nvPr/>
        </p:nvSpPr>
        <p:spPr>
          <a:xfrm xmlns:a="http://schemas.openxmlformats.org/drawingml/2006/main">
            <a:off x="7667625"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rh-0">
            <a:extLst xmlns:a="http://schemas.openxmlformats.org/drawingml/2006/main">
              <a:ext uri="{FF2B5EF4-FFF2-40B4-BE49-F238E27FC236}">
                <a16:creationId xmlns:a16="http://schemas.microsoft.com/office/drawing/2014/main" id="{4A02C7A4-0064-48B7-ABF4-B4C9D2477C62}"/>
              </a:ext>
            </a:extLst>
          </p:cNvPr>
          <p:cNvSpPr>
            <a:spLocks xmlns:a="http://schemas.openxmlformats.org/drawingml/2006/main" noGrp="1"/>
          </p:cNvSpPr>
          <p:nvPr/>
        </p:nvSpPr>
        <p:spPr>
          <a:xfrm xmlns:a="http://schemas.openxmlformats.org/drawingml/2006/main">
            <a:off x="52387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1回目</a:t>
            </a:r>
          </a:p>
        </p:txBody>
      </p:sp>
      <p:sp>
        <p:nvSpPr>
          <p:cNvPr id="10" name="live-0">
            <a:extLst xmlns:a="http://schemas.openxmlformats.org/drawingml/2006/main">
              <a:ext uri="{FF2B5EF4-FFF2-40B4-BE49-F238E27FC236}">
                <a16:creationId xmlns:a16="http://schemas.microsoft.com/office/drawing/2014/main" id="{2BFF7937-889D-4844-9EFF-19F82623A50D}"/>
              </a:ext>
            </a:extLst>
          </p:cNvPr>
          <p:cNvSpPr>
            <a:spLocks xmlns:a="http://schemas.openxmlformats.org/drawingml/2006/main" noGrp="1"/>
          </p:cNvSpPr>
          <p:nvPr/>
        </p:nvSpPr>
        <p:spPr>
          <a:xfrm xmlns:a="http://schemas.openxmlformats.org/drawingml/2006/main">
            <a:off x="52387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live-mark-0">
            <a:extLst xmlns:a="http://schemas.openxmlformats.org/drawingml/2006/main">
              <a:ext uri="{FF2B5EF4-FFF2-40B4-BE49-F238E27FC236}">
                <a16:creationId xmlns:a16="http://schemas.microsoft.com/office/drawing/2014/main" id="{A3279632-2998-469D-8728-DB1613EC9624}"/>
              </a:ext>
            </a:extLst>
          </p:cNvPr>
          <p:cNvSpPr>
            <a:spLocks xmlns:a="http://schemas.openxmlformats.org/drawingml/2006/main" noGrp="1"/>
          </p:cNvSpPr>
          <p:nvPr/>
        </p:nvSpPr>
        <p:spPr>
          <a:xfrm xmlns:a="http://schemas.openxmlformats.org/drawingml/2006/main">
            <a:off x="52387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ive-t-0">
            <a:extLst xmlns:a="http://schemas.openxmlformats.org/drawingml/2006/main">
              <a:ext uri="{FF2B5EF4-FFF2-40B4-BE49-F238E27FC236}">
                <a16:creationId xmlns:a16="http://schemas.microsoft.com/office/drawing/2014/main" id="{74D0CEA7-8867-4D48-A335-27600027D840}"/>
              </a:ext>
            </a:extLst>
          </p:cNvPr>
          <p:cNvSpPr>
            <a:spLocks xmlns:a="http://schemas.openxmlformats.org/drawingml/2006/main" noGrp="1"/>
          </p:cNvSpPr>
          <p:nvPr/>
        </p:nvSpPr>
        <p:spPr>
          <a:xfrm xmlns:a="http://schemas.openxmlformats.org/drawingml/2006/main">
            <a:off x="82867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履歴なしで生成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好み履歴①を作る</a:t>
            </a:r>
          </a:p>
        </p:txBody>
      </p:sp>
      <p:sp>
        <p:nvSpPr>
          <p:cNvPr id="13" name="rh-1">
            <a:extLst xmlns:a="http://schemas.openxmlformats.org/drawingml/2006/main">
              <a:ext uri="{FF2B5EF4-FFF2-40B4-BE49-F238E27FC236}">
                <a16:creationId xmlns:a16="http://schemas.microsoft.com/office/drawing/2014/main" id="{04B301A5-1EE3-43D3-9D7A-4CE5A3070C9E}"/>
              </a:ext>
            </a:extLst>
          </p:cNvPr>
          <p:cNvSpPr>
            <a:spLocks xmlns:a="http://schemas.openxmlformats.org/drawingml/2006/main" noGrp="1"/>
          </p:cNvSpPr>
          <p:nvPr/>
        </p:nvSpPr>
        <p:spPr>
          <a:xfrm xmlns:a="http://schemas.openxmlformats.org/drawingml/2006/main">
            <a:off x="4476750"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2回目</a:t>
            </a:r>
          </a:p>
        </p:txBody>
      </p:sp>
      <p:sp>
        <p:nvSpPr>
          <p:cNvPr id="14" name="live-1">
            <a:extLst xmlns:a="http://schemas.openxmlformats.org/drawingml/2006/main">
              <a:ext uri="{FF2B5EF4-FFF2-40B4-BE49-F238E27FC236}">
                <a16:creationId xmlns:a16="http://schemas.microsoft.com/office/drawing/2014/main" id="{2C23F06F-7B03-474E-A386-8E284C23B3F3}"/>
              </a:ext>
            </a:extLst>
          </p:cNvPr>
          <p:cNvSpPr>
            <a:spLocks xmlns:a="http://schemas.openxmlformats.org/drawingml/2006/main" noGrp="1"/>
          </p:cNvSpPr>
          <p:nvPr/>
        </p:nvSpPr>
        <p:spPr>
          <a:xfrm xmlns:a="http://schemas.openxmlformats.org/drawingml/2006/main">
            <a:off x="4476750"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live-mark-1">
            <a:extLst xmlns:a="http://schemas.openxmlformats.org/drawingml/2006/main">
              <a:ext uri="{FF2B5EF4-FFF2-40B4-BE49-F238E27FC236}">
                <a16:creationId xmlns:a16="http://schemas.microsoft.com/office/drawing/2014/main" id="{8DD6868C-1C95-4370-8813-A615AC73AA04}"/>
              </a:ext>
            </a:extLst>
          </p:cNvPr>
          <p:cNvSpPr>
            <a:spLocks xmlns:a="http://schemas.openxmlformats.org/drawingml/2006/main" noGrp="1"/>
          </p:cNvSpPr>
          <p:nvPr/>
        </p:nvSpPr>
        <p:spPr>
          <a:xfrm xmlns:a="http://schemas.openxmlformats.org/drawingml/2006/main">
            <a:off x="4476750"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ive-t-1">
            <a:extLst xmlns:a="http://schemas.openxmlformats.org/drawingml/2006/main">
              <a:ext uri="{FF2B5EF4-FFF2-40B4-BE49-F238E27FC236}">
                <a16:creationId xmlns:a16="http://schemas.microsoft.com/office/drawing/2014/main" id="{19DB9D28-13B3-42D4-9AB9-894A7884A470}"/>
              </a:ext>
            </a:extLst>
          </p:cNvPr>
          <p:cNvSpPr>
            <a:spLocks xmlns:a="http://schemas.openxmlformats.org/drawingml/2006/main" noGrp="1"/>
          </p:cNvSpPr>
          <p:nvPr/>
        </p:nvSpPr>
        <p:spPr>
          <a:xfrm xmlns:a="http://schemas.openxmlformats.org/drawingml/2006/main">
            <a:off x="4781550"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履歴①で新教材を生成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好み履歴②を追加</a:t>
            </a:r>
          </a:p>
        </p:txBody>
      </p:sp>
      <p:sp>
        <p:nvSpPr>
          <p:cNvPr id="17" name="rh-2">
            <a:extLst xmlns:a="http://schemas.openxmlformats.org/drawingml/2006/main">
              <a:ext uri="{FF2B5EF4-FFF2-40B4-BE49-F238E27FC236}">
                <a16:creationId xmlns:a16="http://schemas.microsoft.com/office/drawing/2014/main" id="{677579D8-2BB3-4405-B97A-85E21438FC87}"/>
              </a:ext>
            </a:extLst>
          </p:cNvPr>
          <p:cNvSpPr>
            <a:spLocks xmlns:a="http://schemas.openxmlformats.org/drawingml/2006/main" noGrp="1"/>
          </p:cNvSpPr>
          <p:nvPr/>
        </p:nvSpPr>
        <p:spPr>
          <a:xfrm xmlns:a="http://schemas.openxmlformats.org/drawingml/2006/main">
            <a:off x="842962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3回目</a:t>
            </a:r>
          </a:p>
        </p:txBody>
      </p:sp>
      <p:sp>
        <p:nvSpPr>
          <p:cNvPr id="18" name="live-2">
            <a:extLst xmlns:a="http://schemas.openxmlformats.org/drawingml/2006/main">
              <a:ext uri="{FF2B5EF4-FFF2-40B4-BE49-F238E27FC236}">
                <a16:creationId xmlns:a16="http://schemas.microsoft.com/office/drawing/2014/main" id="{B06CF11D-B1BC-4157-BDBB-F9F5BF7F7F2F}"/>
              </a:ext>
            </a:extLst>
          </p:cNvPr>
          <p:cNvSpPr>
            <a:spLocks xmlns:a="http://schemas.openxmlformats.org/drawingml/2006/main" noGrp="1"/>
          </p:cNvSpPr>
          <p:nvPr/>
        </p:nvSpPr>
        <p:spPr>
          <a:xfrm xmlns:a="http://schemas.openxmlformats.org/drawingml/2006/main">
            <a:off x="842962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live-mark-2">
            <a:extLst xmlns:a="http://schemas.openxmlformats.org/drawingml/2006/main">
              <a:ext uri="{FF2B5EF4-FFF2-40B4-BE49-F238E27FC236}">
                <a16:creationId xmlns:a16="http://schemas.microsoft.com/office/drawing/2014/main" id="{F8AB9A6C-97A7-4724-99A3-8C64DC1EDF18}"/>
              </a:ext>
            </a:extLst>
          </p:cNvPr>
          <p:cNvSpPr>
            <a:spLocks xmlns:a="http://schemas.openxmlformats.org/drawingml/2006/main" noGrp="1"/>
          </p:cNvSpPr>
          <p:nvPr/>
        </p:nvSpPr>
        <p:spPr>
          <a:xfrm xmlns:a="http://schemas.openxmlformats.org/drawingml/2006/main">
            <a:off x="842962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live-t-2">
            <a:extLst xmlns:a="http://schemas.openxmlformats.org/drawingml/2006/main">
              <a:ext uri="{FF2B5EF4-FFF2-40B4-BE49-F238E27FC236}">
                <a16:creationId xmlns:a16="http://schemas.microsoft.com/office/drawing/2014/main" id="{E6B2FA15-E285-46A9-8C64-B4C6BA7CF41E}"/>
              </a:ext>
            </a:extLst>
          </p:cNvPr>
          <p:cNvSpPr>
            <a:spLocks xmlns:a="http://schemas.openxmlformats.org/drawingml/2006/main" noGrp="1"/>
          </p:cNvSpPr>
          <p:nvPr/>
        </p:nvSpPr>
        <p:spPr>
          <a:xfrm xmlns:a="http://schemas.openxmlformats.org/drawingml/2006/main">
            <a:off x="873442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履歴①＋②で</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p:txBody>
      </p:sp>
      <p:sp>
        <p:nvSpPr>
          <p:cNvPr id="21" name="control-1">
            <a:extLst xmlns:a="http://schemas.openxmlformats.org/drawingml/2006/main">
              <a:ext uri="{FF2B5EF4-FFF2-40B4-BE49-F238E27FC236}">
                <a16:creationId xmlns:a16="http://schemas.microsoft.com/office/drawing/2014/main" id="{809A1393-08F1-4813-B7F6-086F3CF266AB}"/>
              </a:ext>
            </a:extLst>
          </p:cNvPr>
          <p:cNvSpPr>
            <a:spLocks xmlns:a="http://schemas.openxmlformats.org/drawingml/2006/main" noGrp="1"/>
          </p:cNvSpPr>
          <p:nvPr/>
        </p:nvSpPr>
        <p:spPr>
          <a:xfrm xmlns:a="http://schemas.openxmlformats.org/drawingml/2006/main">
            <a:off x="4476750"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control-t-1">
            <a:extLst xmlns:a="http://schemas.openxmlformats.org/drawingml/2006/main">
              <a:ext uri="{FF2B5EF4-FFF2-40B4-BE49-F238E27FC236}">
                <a16:creationId xmlns:a16="http://schemas.microsoft.com/office/drawing/2014/main" id="{DE02EB3E-1873-48F6-B13B-73E99F45D781}"/>
              </a:ext>
            </a:extLst>
          </p:cNvPr>
          <p:cNvSpPr>
            <a:spLocks xmlns:a="http://schemas.openxmlformats.org/drawingml/2006/main" noGrp="1"/>
          </p:cNvSpPr>
          <p:nvPr/>
        </p:nvSpPr>
        <p:spPr>
          <a:xfrm xmlns:a="http://schemas.openxmlformats.org/drawingml/2006/main">
            <a:off x="4714875"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同じ2回目教材を履歴なしでも生成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実利用側との編集負担を比較</a:t>
            </a:r>
          </a:p>
        </p:txBody>
      </p:sp>
      <p:sp>
        <p:nvSpPr>
          <p:cNvPr id="23" name="control-2">
            <a:extLst xmlns:a="http://schemas.openxmlformats.org/drawingml/2006/main">
              <a:ext uri="{FF2B5EF4-FFF2-40B4-BE49-F238E27FC236}">
                <a16:creationId xmlns:a16="http://schemas.microsoft.com/office/drawing/2014/main" id="{B9B2D702-4274-411D-9C88-3FFB6E0FB430}"/>
              </a:ext>
            </a:extLst>
          </p:cNvPr>
          <p:cNvSpPr>
            <a:spLocks xmlns:a="http://schemas.openxmlformats.org/drawingml/2006/main" noGrp="1"/>
          </p:cNvSpPr>
          <p:nvPr/>
        </p:nvSpPr>
        <p:spPr>
          <a:xfrm xmlns:a="http://schemas.openxmlformats.org/drawingml/2006/main">
            <a:off x="8429625"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4" name="control-t-2">
            <a:extLst xmlns:a="http://schemas.openxmlformats.org/drawingml/2006/main">
              <a:ext uri="{FF2B5EF4-FFF2-40B4-BE49-F238E27FC236}">
                <a16:creationId xmlns:a16="http://schemas.microsoft.com/office/drawing/2014/main" id="{9A0393AF-90AE-4FDE-BDD5-644C71958C68}"/>
              </a:ext>
            </a:extLst>
          </p:cNvPr>
          <p:cNvSpPr>
            <a:spLocks xmlns:a="http://schemas.openxmlformats.org/drawingml/2006/main" noGrp="1"/>
          </p:cNvSpPr>
          <p:nvPr/>
        </p:nvSpPr>
        <p:spPr>
          <a:xfrm xmlns:a="http://schemas.openxmlformats.org/drawingml/2006/main">
            <a:off x="8667750"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同じ3回目教材を履歴なしでも生成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実利用側との編集負担を比較</a:t>
            </a:r>
          </a:p>
        </p:txBody>
      </p:sp>
      <p:sp>
        <p:nvSpPr>
          <p:cNvPr id="25" name="no-feed-1">
            <a:extLst xmlns:a="http://schemas.openxmlformats.org/drawingml/2006/main">
              <a:ext uri="{FF2B5EF4-FFF2-40B4-BE49-F238E27FC236}">
                <a16:creationId xmlns:a16="http://schemas.microsoft.com/office/drawing/2014/main" id="{2A937B16-5C18-4D6B-9599-2997F353E635}"/>
              </a:ext>
            </a:extLst>
          </p:cNvPr>
          <p:cNvSpPr>
            <a:spLocks xmlns:a="http://schemas.openxmlformats.org/drawingml/2006/main" noGrp="1"/>
          </p:cNvSpPr>
          <p:nvPr/>
        </p:nvSpPr>
        <p:spPr>
          <a:xfrm xmlns:a="http://schemas.openxmlformats.org/drawingml/2006/main">
            <a:off x="4953000"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6" name="no-feed-2">
            <a:extLst xmlns:a="http://schemas.openxmlformats.org/drawingml/2006/main">
              <a:ext uri="{FF2B5EF4-FFF2-40B4-BE49-F238E27FC236}">
                <a16:creationId xmlns:a16="http://schemas.microsoft.com/office/drawing/2014/main" id="{A392EF5F-59BE-4D92-9302-8E5F2DA8122C}"/>
              </a:ext>
            </a:extLst>
          </p:cNvPr>
          <p:cNvSpPr>
            <a:spLocks xmlns:a="http://schemas.openxmlformats.org/drawingml/2006/main" noGrp="1"/>
          </p:cNvSpPr>
          <p:nvPr/>
        </p:nvSpPr>
        <p:spPr>
          <a:xfrm xmlns:a="http://schemas.openxmlformats.org/drawingml/2006/main">
            <a:off x="8905875"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7" name="key">
            <a:extLst xmlns:a="http://schemas.openxmlformats.org/drawingml/2006/main">
              <a:ext uri="{FF2B5EF4-FFF2-40B4-BE49-F238E27FC236}">
                <a16:creationId xmlns:a16="http://schemas.microsoft.com/office/drawing/2014/main" id="{D6B7C769-F80A-428A-A459-75D0AE13CAC3}"/>
              </a:ext>
            </a:extLst>
          </p:cNvPr>
          <p:cNvSpPr>
            <a:spLocks xmlns:a="http://schemas.openxmlformats.org/drawingml/2006/main" noGrp="1"/>
          </p:cNvSpPr>
          <p:nvPr/>
        </p:nvSpPr>
        <p:spPr>
          <a:xfrm xmlns:a="http://schemas.openxmlformats.org/drawingml/2006/main">
            <a:off x="1381125" y="5953125"/>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次回へ進むのは青い経路だけ。灰色は好み反映の効果を測るための比較用Control</a:t>
            </a:r>
          </a:p>
        </p:txBody>
      </p:sp>
    </p:spTree>
    <p:extLst>
      <p:ext uri="{BB962C8B-B14F-4D97-AF65-F5344CB8AC3E}">
        <p14:creationId xmlns:p14="http://schemas.microsoft.com/office/powerpoint/2010/main" val="1159056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7E3A2B19-E1FB-4940-BE56-A14772643CA3}"/>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編集回数は決めず、必要な文だけを直した</a:t>
            </a:r>
          </a:p>
        </p:txBody>
      </p:sp>
      <p:sp>
        <p:nvSpPr>
          <p:cNvPr id="2" name="page-4">
            <a:extLst xmlns:a="http://schemas.openxmlformats.org/drawingml/2006/main">
              <a:ext uri="{FF2B5EF4-FFF2-40B4-BE49-F238E27FC236}">
                <a16:creationId xmlns:a16="http://schemas.microsoft.com/office/drawing/2014/main" id="{43F69AC7-ACA8-43DD-BCB6-EB8FB6D7189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4</a:t>
            </a:r>
          </a:p>
        </p:txBody>
      </p:sp>
      <p:sp>
        <p:nvSpPr>
          <p:cNvPr id="3" name="policy">
            <a:extLst xmlns:a="http://schemas.openxmlformats.org/drawingml/2006/main">
              <a:ext uri="{FF2B5EF4-FFF2-40B4-BE49-F238E27FC236}">
                <a16:creationId xmlns:a16="http://schemas.microsoft.com/office/drawing/2014/main" id="{E5AAC1C3-E9BA-4E8B-A9E5-580142FDA088}"/>
              </a:ext>
            </a:extLst>
          </p:cNvPr>
          <p:cNvSpPr>
            <a:spLocks xmlns:a="http://schemas.openxmlformats.org/drawingml/2006/main" noGrp="1"/>
          </p:cNvSpPr>
          <p:nvPr/>
        </p:nvSpPr>
        <p:spPr>
          <a:xfrm xmlns:a="http://schemas.openxmlformats.org/drawingml/2006/main">
            <a:off x="1238250" y="12573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各好みの方針に照らし、すでに満たしている文は変更しない</a:t>
            </a:r>
          </a:p>
        </p:txBody>
      </p:sp>
      <p:sp>
        <p:nvSpPr>
          <p:cNvPr id="4" name="ex1-h">
            <a:extLst xmlns:a="http://schemas.openxmlformats.org/drawingml/2006/main">
              <a:ext uri="{FF2B5EF4-FFF2-40B4-BE49-F238E27FC236}">
                <a16:creationId xmlns:a16="http://schemas.microsoft.com/office/drawing/2014/main" id="{0FF4580D-490C-4DBF-8BAD-5BD5650CB734}"/>
              </a:ext>
            </a:extLst>
          </p:cNvPr>
          <p:cNvSpPr>
            <a:spLocks xmlns:a="http://schemas.openxmlformats.org/drawingml/2006/main" noGrp="1"/>
          </p:cNvSpPr>
          <p:nvPr/>
        </p:nvSpPr>
        <p:spPr>
          <a:xfrm xmlns:a="http://schemas.openxmlformats.org/drawingml/2006/main">
            <a:off x="666750" y="2190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例：簡潔にする</a:t>
            </a:r>
          </a:p>
        </p:txBody>
      </p:sp>
      <p:sp>
        <p:nvSpPr>
          <p:cNvPr id="5" name="ex1-b">
            <a:extLst xmlns:a="http://schemas.openxmlformats.org/drawingml/2006/main">
              <a:ext uri="{FF2B5EF4-FFF2-40B4-BE49-F238E27FC236}">
                <a16:creationId xmlns:a16="http://schemas.microsoft.com/office/drawing/2014/main" id="{52880162-E172-44CD-96C8-F69D316DB46B}"/>
              </a:ext>
            </a:extLst>
          </p:cNvPr>
          <p:cNvSpPr>
            <a:spLocks xmlns:a="http://schemas.openxmlformats.org/drawingml/2006/main" noGrp="1"/>
          </p:cNvSpPr>
          <p:nvPr/>
        </p:nvSpPr>
        <p:spPr>
          <a:xfrm xmlns:a="http://schemas.openxmlformats.org/drawingml/2006/main">
            <a:off x="666750" y="2714625"/>
            <a:ext cx="4810125"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ex1-bt">
            <a:extLst xmlns:a="http://schemas.openxmlformats.org/drawingml/2006/main">
              <a:ext uri="{FF2B5EF4-FFF2-40B4-BE49-F238E27FC236}">
                <a16:creationId xmlns:a16="http://schemas.microsoft.com/office/drawing/2014/main" id="{4B2741E1-AC76-4304-840F-7998CD26B5E2}"/>
              </a:ext>
            </a:extLst>
          </p:cNvPr>
          <p:cNvSpPr>
            <a:spLocks xmlns:a="http://schemas.openxmlformats.org/drawingml/2006/main" noGrp="1"/>
          </p:cNvSpPr>
          <p:nvPr/>
        </p:nvSpPr>
        <p:spPr>
          <a:xfrm xmlns:a="http://schemas.openxmlformats.org/drawingml/2006/main">
            <a:off x="904875"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「アクセスを与える前に相手が誰かを確認する」</a:t>
            </a:r>
          </a:p>
        </p:txBody>
      </p:sp>
      <p:sp>
        <p:nvSpPr>
          <p:cNvPr id="7" name="ex1-a">
            <a:extLst xmlns:a="http://schemas.openxmlformats.org/drawingml/2006/main">
              <a:ext uri="{FF2B5EF4-FFF2-40B4-BE49-F238E27FC236}">
                <a16:creationId xmlns:a16="http://schemas.microsoft.com/office/drawing/2014/main" id="{E4A49B11-2372-4763-A56F-3F76882F8779}"/>
              </a:ext>
            </a:extLst>
          </p:cNvPr>
          <p:cNvSpPr>
            <a:spLocks xmlns:a="http://schemas.openxmlformats.org/drawingml/2006/main" noGrp="1"/>
          </p:cNvSpPr>
          <p:nvPr/>
        </p:nvSpPr>
        <p:spPr>
          <a:xfrm xmlns:a="http://schemas.openxmlformats.org/drawingml/2006/main">
            <a:off x="6715125" y="2714625"/>
            <a:ext cx="4810125" cy="1000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ex1-at">
            <a:extLst xmlns:a="http://schemas.openxmlformats.org/drawingml/2006/main">
              <a:ext uri="{FF2B5EF4-FFF2-40B4-BE49-F238E27FC236}">
                <a16:creationId xmlns:a16="http://schemas.microsoft.com/office/drawing/2014/main" id="{3D0C72A5-9C79-42DA-A430-E9FE713F96A3}"/>
              </a:ext>
            </a:extLst>
          </p:cNvPr>
          <p:cNvSpPr>
            <a:spLocks xmlns:a="http://schemas.openxmlformats.org/drawingml/2006/main" noGrp="1"/>
          </p:cNvSpPr>
          <p:nvPr/>
        </p:nvSpPr>
        <p:spPr>
          <a:xfrm xmlns:a="http://schemas.openxmlformats.org/drawingml/2006/main">
            <a:off x="6953250"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編集後</a:t>
            </a:r>
          </a:p>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「アクセス前に相手が誰かを確認する」</a:t>
            </a:r>
          </a:p>
        </p:txBody>
      </p:sp>
      <p:sp>
        <p:nvSpPr>
          <p:cNvPr id="9" name="ex-arrow">
            <a:extLst xmlns:a="http://schemas.openxmlformats.org/drawingml/2006/main">
              <a:ext uri="{FF2B5EF4-FFF2-40B4-BE49-F238E27FC236}">
                <a16:creationId xmlns:a16="http://schemas.microsoft.com/office/drawing/2014/main" id="{F98B8C07-7DC8-4967-A773-DFCA93A539EB}"/>
              </a:ext>
            </a:extLst>
          </p:cNvPr>
          <p:cNvSpPr>
            <a:spLocks xmlns:a="http://schemas.openxmlformats.org/drawingml/2006/main" noGrp="1"/>
          </p:cNvSpPr>
          <p:nvPr/>
        </p:nvSpPr>
        <p:spPr>
          <a:xfrm xmlns:a="http://schemas.openxmlformats.org/drawingml/2006/main">
            <a:off x="5667375"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ex2-h">
            <a:extLst xmlns:a="http://schemas.openxmlformats.org/drawingml/2006/main">
              <a:ext uri="{FF2B5EF4-FFF2-40B4-BE49-F238E27FC236}">
                <a16:creationId xmlns:a16="http://schemas.microsoft.com/office/drawing/2014/main" id="{5B7C3836-EF31-4544-8676-8FAA05945E58}"/>
              </a:ext>
            </a:extLst>
          </p:cNvPr>
          <p:cNvSpPr>
            <a:spLocks xmlns:a="http://schemas.openxmlformats.org/drawingml/2006/main" noGrp="1"/>
          </p:cNvSpPr>
          <p:nvPr/>
        </p:nvSpPr>
        <p:spPr>
          <a:xfrm xmlns:a="http://schemas.openxmlformats.org/drawingml/2006/main">
            <a:off x="666750" y="4333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好みによって編集対象が違う</a:t>
            </a:r>
          </a:p>
        </p:txBody>
      </p:sp>
      <p:sp>
        <p:nvSpPr>
          <p:cNvPr id="11" name="ex2">
            <a:extLst xmlns:a="http://schemas.openxmlformats.org/drawingml/2006/main">
              <a:ext uri="{FF2B5EF4-FFF2-40B4-BE49-F238E27FC236}">
                <a16:creationId xmlns:a16="http://schemas.microsoft.com/office/drawing/2014/main" id="{700A646A-1DD4-4A15-A630-62AAFE4B8F5A}"/>
              </a:ext>
            </a:extLst>
          </p:cNvPr>
          <p:cNvSpPr>
            <a:spLocks xmlns:a="http://schemas.openxmlformats.org/drawingml/2006/main" noGrp="1"/>
          </p:cNvSpPr>
          <p:nvPr/>
        </p:nvSpPr>
        <p:spPr>
          <a:xfrm xmlns:a="http://schemas.openxmlformats.org/drawingml/2006/main">
            <a:off x="666750" y="4905375"/>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定義重視 22.9%　／　具体例重視 12.6%　／　結論先行 4.7%　／　簡潔さ重視 25.5%</a:t>
            </a:r>
          </a:p>
        </p:txBody>
      </p:sp>
      <p:sp>
        <p:nvSpPr>
          <p:cNvPr id="12" name="ex-foot">
            <a:extLst xmlns:a="http://schemas.openxmlformats.org/drawingml/2006/main">
              <a:ext uri="{FF2B5EF4-FFF2-40B4-BE49-F238E27FC236}">
                <a16:creationId xmlns:a16="http://schemas.microsoft.com/office/drawing/2014/main" id="{98DF32E3-35BA-445B-8E1A-3F96A15B52CA}"/>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固定件数の編集ではないため、台本がすでに好みに合えば0文になる</a:t>
            </a:r>
          </a:p>
        </p:txBody>
      </p:sp>
    </p:spTree>
    <p:extLst>
      <p:ext uri="{BB962C8B-B14F-4D97-AF65-F5344CB8AC3E}">
        <p14:creationId xmlns:p14="http://schemas.microsoft.com/office/powerpoint/2010/main" val="9047111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itle-5">
            <a:extLst xmlns:a="http://schemas.openxmlformats.org/drawingml/2006/main">
              <a:ext uri="{FF2B5EF4-FFF2-40B4-BE49-F238E27FC236}">
                <a16:creationId xmlns:a16="http://schemas.microsoft.com/office/drawing/2014/main" id="{B898709F-308A-4253-B5EE-EAEBC7719034}"/>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編集負担：台本全体でどれだけ書き直したか</a:t>
            </a:r>
          </a:p>
        </p:txBody>
      </p:sp>
      <p:sp>
        <p:nvSpPr>
          <p:cNvPr id="2" name="page-5">
            <a:extLst xmlns:a="http://schemas.openxmlformats.org/drawingml/2006/main">
              <a:ext uri="{FF2B5EF4-FFF2-40B4-BE49-F238E27FC236}">
                <a16:creationId xmlns:a16="http://schemas.microsoft.com/office/drawing/2014/main" id="{2653C461-2D7E-41B8-8FA0-BD427AA420F8}"/>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5</a:t>
            </a:r>
          </a:p>
        </p:txBody>
      </p:sp>
      <p:sp>
        <p:nvSpPr>
          <p:cNvPr id="3" name="example-label">
            <a:extLst xmlns:a="http://schemas.openxmlformats.org/drawingml/2006/main">
              <a:ext uri="{FF2B5EF4-FFF2-40B4-BE49-F238E27FC236}">
                <a16:creationId xmlns:a16="http://schemas.microsoft.com/office/drawing/2014/main" id="{E38520EB-B67D-4AA7-BADD-DB1296AD3EFE}"/>
              </a:ext>
            </a:extLst>
          </p:cNvPr>
          <p:cNvSpPr>
            <a:spLocks xmlns:a="http://schemas.openxmlformats.org/drawingml/2006/main" noGrp="1"/>
          </p:cNvSpPr>
          <p:nvPr/>
        </p:nvSpPr>
        <p:spPr>
          <a:xfrm xmlns:a="http://schemas.openxmlformats.org/drawingml/2006/main">
            <a:off x="666750" y="1190625"/>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3文の台本を編集した例</a:t>
            </a:r>
          </a:p>
        </p:txBody>
      </p:sp>
      <p:sp>
        <p:nvSpPr>
          <p:cNvPr id="4" name="mrow-0">
            <a:extLst xmlns:a="http://schemas.openxmlformats.org/drawingml/2006/main">
              <a:ext uri="{FF2B5EF4-FFF2-40B4-BE49-F238E27FC236}">
                <a16:creationId xmlns:a16="http://schemas.microsoft.com/office/drawing/2014/main" id="{A680315E-B79E-4354-BA11-8DF3E16DC5C4}"/>
              </a:ext>
            </a:extLst>
          </p:cNvPr>
          <p:cNvSpPr>
            <a:spLocks xmlns:a="http://schemas.openxmlformats.org/drawingml/2006/main" noGrp="1"/>
          </p:cNvSpPr>
          <p:nvPr/>
        </p:nvSpPr>
        <p:spPr>
          <a:xfrm xmlns:a="http://schemas.openxmlformats.org/drawingml/2006/main">
            <a:off x="666750" y="1809750"/>
            <a:ext cx="7000875" cy="666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mid-0">
            <a:extLst xmlns:a="http://schemas.openxmlformats.org/drawingml/2006/main">
              <a:ext uri="{FF2B5EF4-FFF2-40B4-BE49-F238E27FC236}">
                <a16:creationId xmlns:a16="http://schemas.microsoft.com/office/drawing/2014/main" id="{FBB37846-31EC-4286-AAA1-B33FE0567989}"/>
              </a:ext>
            </a:extLst>
          </p:cNvPr>
          <p:cNvSpPr>
            <a:spLocks xmlns:a="http://schemas.openxmlformats.org/drawingml/2006/main" noGrp="1"/>
          </p:cNvSpPr>
          <p:nvPr/>
        </p:nvSpPr>
        <p:spPr>
          <a:xfrm xmlns:a="http://schemas.openxmlformats.org/drawingml/2006/main">
            <a:off x="904875" y="200977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文1</a:t>
            </a:r>
          </a:p>
        </p:txBody>
      </p:sp>
      <p:sp>
        <p:nvSpPr>
          <p:cNvPr id="6" name="mdesc-0">
            <a:extLst xmlns:a="http://schemas.openxmlformats.org/drawingml/2006/main">
              <a:ext uri="{FF2B5EF4-FFF2-40B4-BE49-F238E27FC236}">
                <a16:creationId xmlns:a16="http://schemas.microsoft.com/office/drawing/2014/main" id="{59D63693-2C95-489B-993F-C06BD9B4A8F4}"/>
              </a:ext>
            </a:extLst>
          </p:cNvPr>
          <p:cNvSpPr>
            <a:spLocks xmlns:a="http://schemas.openxmlformats.org/drawingml/2006/main" noGrp="1"/>
          </p:cNvSpPr>
          <p:nvPr/>
        </p:nvSpPr>
        <p:spPr>
          <a:xfrm xmlns:a="http://schemas.openxmlformats.org/drawingml/2006/main">
            <a:off x="1952625" y="20097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変更なし</a:t>
            </a:r>
          </a:p>
        </p:txBody>
      </p:sp>
      <p:sp>
        <p:nvSpPr>
          <p:cNvPr id="7" name="mval-0">
            <a:extLst xmlns:a="http://schemas.openxmlformats.org/drawingml/2006/main">
              <a:ext uri="{FF2B5EF4-FFF2-40B4-BE49-F238E27FC236}">
                <a16:creationId xmlns:a16="http://schemas.microsoft.com/office/drawing/2014/main" id="{F1FBF11E-60AD-4E93-81BE-F3D52C11E6FD}"/>
              </a:ext>
            </a:extLst>
          </p:cNvPr>
          <p:cNvSpPr>
            <a:spLocks xmlns:a="http://schemas.openxmlformats.org/drawingml/2006/main" noGrp="1"/>
          </p:cNvSpPr>
          <p:nvPr/>
        </p:nvSpPr>
        <p:spPr>
          <a:xfrm xmlns:a="http://schemas.openxmlformats.org/drawingml/2006/main">
            <a:off x="6477000" y="198120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0.0</a:t>
            </a:r>
          </a:p>
        </p:txBody>
      </p:sp>
      <p:sp>
        <p:nvSpPr>
          <p:cNvPr id="8" name="mrow-1">
            <a:extLst xmlns:a="http://schemas.openxmlformats.org/drawingml/2006/main">
              <a:ext uri="{FF2B5EF4-FFF2-40B4-BE49-F238E27FC236}">
                <a16:creationId xmlns:a16="http://schemas.microsoft.com/office/drawing/2014/main" id="{D32B884F-5392-4F6E-B568-A7A82F606D68}"/>
              </a:ext>
            </a:extLst>
          </p:cNvPr>
          <p:cNvSpPr>
            <a:spLocks xmlns:a="http://schemas.openxmlformats.org/drawingml/2006/main" noGrp="1"/>
          </p:cNvSpPr>
          <p:nvPr/>
        </p:nvSpPr>
        <p:spPr>
          <a:xfrm xmlns:a="http://schemas.openxmlformats.org/drawingml/2006/main">
            <a:off x="666750" y="2714625"/>
            <a:ext cx="7000875" cy="666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mid-1">
            <a:extLst xmlns:a="http://schemas.openxmlformats.org/drawingml/2006/main">
              <a:ext uri="{FF2B5EF4-FFF2-40B4-BE49-F238E27FC236}">
                <a16:creationId xmlns:a16="http://schemas.microsoft.com/office/drawing/2014/main" id="{B5896D2E-3860-49F6-A9FE-A73360BD6D1D}"/>
              </a:ext>
            </a:extLst>
          </p:cNvPr>
          <p:cNvSpPr>
            <a:spLocks xmlns:a="http://schemas.openxmlformats.org/drawingml/2006/main" noGrp="1"/>
          </p:cNvSpPr>
          <p:nvPr/>
        </p:nvSpPr>
        <p:spPr>
          <a:xfrm xmlns:a="http://schemas.openxmlformats.org/drawingml/2006/main">
            <a:off x="904875" y="291465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文2</a:t>
            </a:r>
          </a:p>
        </p:txBody>
      </p:sp>
      <p:sp>
        <p:nvSpPr>
          <p:cNvPr id="10" name="mdesc-1">
            <a:extLst xmlns:a="http://schemas.openxmlformats.org/drawingml/2006/main">
              <a:ext uri="{FF2B5EF4-FFF2-40B4-BE49-F238E27FC236}">
                <a16:creationId xmlns:a16="http://schemas.microsoft.com/office/drawing/2014/main" id="{E2F632BD-3361-4F18-BF0C-4849DDF4AF26}"/>
              </a:ext>
            </a:extLst>
          </p:cNvPr>
          <p:cNvSpPr>
            <a:spLocks xmlns:a="http://schemas.openxmlformats.org/drawingml/2006/main" noGrp="1"/>
          </p:cNvSpPr>
          <p:nvPr/>
        </p:nvSpPr>
        <p:spPr>
          <a:xfrm xmlns:a="http://schemas.openxmlformats.org/drawingml/2006/main">
            <a:off x="1952625" y="29146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語句を少し変更</a:t>
            </a:r>
          </a:p>
        </p:txBody>
      </p:sp>
      <p:sp>
        <p:nvSpPr>
          <p:cNvPr id="11" name="mval-1">
            <a:extLst xmlns:a="http://schemas.openxmlformats.org/drawingml/2006/main">
              <a:ext uri="{FF2B5EF4-FFF2-40B4-BE49-F238E27FC236}">
                <a16:creationId xmlns:a16="http://schemas.microsoft.com/office/drawing/2014/main" id="{033B84E1-CCA4-4CD2-9D5C-133615A02425}"/>
              </a:ext>
            </a:extLst>
          </p:cNvPr>
          <p:cNvSpPr>
            <a:spLocks xmlns:a="http://schemas.openxmlformats.org/drawingml/2006/main" noGrp="1"/>
          </p:cNvSpPr>
          <p:nvPr/>
        </p:nvSpPr>
        <p:spPr>
          <a:xfrm xmlns:a="http://schemas.openxmlformats.org/drawingml/2006/main">
            <a:off x="6477000" y="288607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0.2</a:t>
            </a:r>
          </a:p>
        </p:txBody>
      </p:sp>
      <p:sp>
        <p:nvSpPr>
          <p:cNvPr id="12" name="mrow-2">
            <a:extLst xmlns:a="http://schemas.openxmlformats.org/drawingml/2006/main">
              <a:ext uri="{FF2B5EF4-FFF2-40B4-BE49-F238E27FC236}">
                <a16:creationId xmlns:a16="http://schemas.microsoft.com/office/drawing/2014/main" id="{80E3F217-ED25-410F-A251-C5977068FD0F}"/>
              </a:ext>
            </a:extLst>
          </p:cNvPr>
          <p:cNvSpPr>
            <a:spLocks xmlns:a="http://schemas.openxmlformats.org/drawingml/2006/main" noGrp="1"/>
          </p:cNvSpPr>
          <p:nvPr/>
        </p:nvSpPr>
        <p:spPr>
          <a:xfrm xmlns:a="http://schemas.openxmlformats.org/drawingml/2006/main">
            <a:off x="666750" y="3619500"/>
            <a:ext cx="7000875" cy="666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mid-2">
            <a:extLst xmlns:a="http://schemas.openxmlformats.org/drawingml/2006/main">
              <a:ext uri="{FF2B5EF4-FFF2-40B4-BE49-F238E27FC236}">
                <a16:creationId xmlns:a16="http://schemas.microsoft.com/office/drawing/2014/main" id="{67ED3F08-1246-4687-85EF-74CD010764AA}"/>
              </a:ext>
            </a:extLst>
          </p:cNvPr>
          <p:cNvSpPr>
            <a:spLocks xmlns:a="http://schemas.openxmlformats.org/drawingml/2006/main" noGrp="1"/>
          </p:cNvSpPr>
          <p:nvPr/>
        </p:nvSpPr>
        <p:spPr>
          <a:xfrm xmlns:a="http://schemas.openxmlformats.org/drawingml/2006/main">
            <a:off x="904875" y="38195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文3</a:t>
            </a:r>
          </a:p>
        </p:txBody>
      </p:sp>
      <p:sp>
        <p:nvSpPr>
          <p:cNvPr id="14" name="mdesc-2">
            <a:extLst xmlns:a="http://schemas.openxmlformats.org/drawingml/2006/main">
              <a:ext uri="{FF2B5EF4-FFF2-40B4-BE49-F238E27FC236}">
                <a16:creationId xmlns:a16="http://schemas.microsoft.com/office/drawing/2014/main" id="{0667472E-FC8B-4921-9143-0D95FB254714}"/>
              </a:ext>
            </a:extLst>
          </p:cNvPr>
          <p:cNvSpPr>
            <a:spLocks xmlns:a="http://schemas.openxmlformats.org/drawingml/2006/main" noGrp="1"/>
          </p:cNvSpPr>
          <p:nvPr/>
        </p:nvSpPr>
        <p:spPr>
          <a:xfrm xmlns:a="http://schemas.openxmlformats.org/drawingml/2006/main">
            <a:off x="1952625" y="381952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文の多くを書き換え</a:t>
            </a:r>
          </a:p>
        </p:txBody>
      </p:sp>
      <p:sp>
        <p:nvSpPr>
          <p:cNvPr id="15" name="mval-2">
            <a:extLst xmlns:a="http://schemas.openxmlformats.org/drawingml/2006/main">
              <a:ext uri="{FF2B5EF4-FFF2-40B4-BE49-F238E27FC236}">
                <a16:creationId xmlns:a16="http://schemas.microsoft.com/office/drawing/2014/main" id="{E4CCE0F2-9108-4C29-87CC-C49845165178}"/>
              </a:ext>
            </a:extLst>
          </p:cNvPr>
          <p:cNvSpPr>
            <a:spLocks xmlns:a="http://schemas.openxmlformats.org/drawingml/2006/main" noGrp="1"/>
          </p:cNvSpPr>
          <p:nvPr/>
        </p:nvSpPr>
        <p:spPr>
          <a:xfrm xmlns:a="http://schemas.openxmlformats.org/drawingml/2006/main">
            <a:off x="6477000" y="379095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0.6</a:t>
            </a:r>
          </a:p>
        </p:txBody>
      </p:sp>
      <p:sp>
        <p:nvSpPr>
          <p:cNvPr id="16" name="average-label">
            <a:extLst xmlns:a="http://schemas.openxmlformats.org/drawingml/2006/main">
              <a:ext uri="{FF2B5EF4-FFF2-40B4-BE49-F238E27FC236}">
                <a16:creationId xmlns:a16="http://schemas.microsoft.com/office/drawing/2014/main" id="{2B285F75-DE14-453B-9185-2512EDF7FF7A}"/>
              </a:ext>
            </a:extLst>
          </p:cNvPr>
          <p:cNvSpPr>
            <a:spLocks xmlns:a="http://schemas.openxmlformats.org/drawingml/2006/main" noGrp="1"/>
          </p:cNvSpPr>
          <p:nvPr/>
        </p:nvSpPr>
        <p:spPr>
          <a:xfrm xmlns:a="http://schemas.openxmlformats.org/drawingml/2006/main">
            <a:off x="8334375" y="17145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台本全体の編集負担</a:t>
            </a:r>
          </a:p>
        </p:txBody>
      </p:sp>
      <p:sp>
        <p:nvSpPr>
          <p:cNvPr id="17" name="average-box">
            <a:extLst xmlns:a="http://schemas.openxmlformats.org/drawingml/2006/main">
              <a:ext uri="{FF2B5EF4-FFF2-40B4-BE49-F238E27FC236}">
                <a16:creationId xmlns:a16="http://schemas.microsoft.com/office/drawing/2014/main" id="{33507083-6D1C-49DC-9199-D1C4FC2596E7}"/>
              </a:ext>
            </a:extLst>
          </p:cNvPr>
          <p:cNvSpPr>
            <a:spLocks xmlns:a="http://schemas.openxmlformats.org/drawingml/2006/main" noGrp="1"/>
          </p:cNvSpPr>
          <p:nvPr/>
        </p:nvSpPr>
        <p:spPr>
          <a:xfrm xmlns:a="http://schemas.openxmlformats.org/drawingml/2006/main">
            <a:off x="8334375" y="2286000"/>
            <a:ext cx="2857500" cy="14763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average-formula">
            <a:extLst xmlns:a="http://schemas.openxmlformats.org/drawingml/2006/main">
              <a:ext uri="{FF2B5EF4-FFF2-40B4-BE49-F238E27FC236}">
                <a16:creationId xmlns:a16="http://schemas.microsoft.com/office/drawing/2014/main" id="{1841A947-A328-4A4E-AB3D-A52CA6B88A34}"/>
              </a:ext>
            </a:extLst>
          </p:cNvPr>
          <p:cNvSpPr>
            <a:spLocks xmlns:a="http://schemas.openxmlformats.org/drawingml/2006/main" noGrp="1"/>
          </p:cNvSpPr>
          <p:nvPr/>
        </p:nvSpPr>
        <p:spPr>
          <a:xfrm xmlns:a="http://schemas.openxmlformats.org/drawingml/2006/main">
            <a:off x="8572500" y="26193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( 0.0 ＋ 0.2 ＋ 0.6 ) ÷ 3</a:t>
            </a:r>
          </a:p>
        </p:txBody>
      </p:sp>
      <p:sp>
        <p:nvSpPr>
          <p:cNvPr id="19" name="average-value">
            <a:extLst xmlns:a="http://schemas.openxmlformats.org/drawingml/2006/main">
              <a:ext uri="{FF2B5EF4-FFF2-40B4-BE49-F238E27FC236}">
                <a16:creationId xmlns:a16="http://schemas.microsoft.com/office/drawing/2014/main" id="{6A58ADFE-221E-4CE4-BC31-B89961A40DDB}"/>
              </a:ext>
            </a:extLst>
          </p:cNvPr>
          <p:cNvSpPr>
            <a:spLocks xmlns:a="http://schemas.openxmlformats.org/drawingml/2006/main" noGrp="1"/>
          </p:cNvSpPr>
          <p:nvPr/>
        </p:nvSpPr>
        <p:spPr>
          <a:xfrm xmlns:a="http://schemas.openxmlformats.org/drawingml/2006/main">
            <a:off x="8572500" y="31432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 0.267</a:t>
            </a:r>
          </a:p>
        </p:txBody>
      </p:sp>
      <p:sp>
        <p:nvSpPr>
          <p:cNvPr id="20" name="meaning">
            <a:extLst xmlns:a="http://schemas.openxmlformats.org/drawingml/2006/main">
              <a:ext uri="{FF2B5EF4-FFF2-40B4-BE49-F238E27FC236}">
                <a16:creationId xmlns:a16="http://schemas.microsoft.com/office/drawing/2014/main" id="{0A9D62E5-8957-4BD1-9CFF-5814AA8ABD52}"/>
              </a:ext>
            </a:extLst>
          </p:cNvPr>
          <p:cNvSpPr>
            <a:spLocks xmlns:a="http://schemas.openxmlformats.org/drawingml/2006/main" noGrp="1"/>
          </p:cNvSpPr>
          <p:nvPr/>
        </p:nvSpPr>
        <p:spPr>
          <a:xfrm xmlns:a="http://schemas.openxmlformats.org/drawingml/2006/main">
            <a:off x="8001000" y="4238625"/>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値が小さいほど、生成された時点でユーザの完成形に近い</a:t>
            </a:r>
          </a:p>
        </p:txBody>
      </p:sp>
      <p:sp>
        <p:nvSpPr>
          <p:cNvPr id="21" name="method">
            <a:extLst xmlns:a="http://schemas.openxmlformats.org/drawingml/2006/main">
              <a:ext uri="{FF2B5EF4-FFF2-40B4-BE49-F238E27FC236}">
                <a16:creationId xmlns:a16="http://schemas.microsoft.com/office/drawing/2014/main" id="{1084E4D7-40E6-4ED7-90AB-7CD61D58D937}"/>
              </a:ext>
            </a:extLst>
          </p:cNvPr>
          <p:cNvSpPr>
            <a:spLocks xmlns:a="http://schemas.openxmlformats.org/drawingml/2006/main" noGrp="1"/>
          </p:cNvSpPr>
          <p:nvPr/>
        </p:nvSpPr>
        <p:spPr>
          <a:xfrm xmlns:a="http://schemas.openxmlformats.org/drawingml/2006/main">
            <a:off x="762000" y="500062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各文の変更量は、語句の追加・削除・置換の量を文の長さで割って0〜1程度にそろえる。編集しなかった文も0として平均する。</a:t>
            </a:r>
          </a:p>
        </p:txBody>
      </p:sp>
      <p:sp>
        <p:nvSpPr>
          <p:cNvPr id="22" name="metric-foot">
            <a:extLst xmlns:a="http://schemas.openxmlformats.org/drawingml/2006/main">
              <a:ext uri="{FF2B5EF4-FFF2-40B4-BE49-F238E27FC236}">
                <a16:creationId xmlns:a16="http://schemas.microsoft.com/office/drawing/2014/main" id="{C6960B75-AA0B-41F2-AF30-05442877B36D}"/>
              </a:ext>
            </a:extLst>
          </p:cNvPr>
          <p:cNvSpPr>
            <a:spLocks xmlns:a="http://schemas.openxmlformats.org/drawingml/2006/main" noGrp="1"/>
          </p:cNvSpPr>
          <p:nvPr/>
        </p:nvSpPr>
        <p:spPr>
          <a:xfrm xmlns:a="http://schemas.openxmlformats.org/drawingml/2006/main">
            <a:off x="2381250" y="5953125"/>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 これは計算方法を示す例。実際の結果は全文章から算出</a:t>
            </a:r>
          </a:p>
        </p:txBody>
      </p:sp>
    </p:spTree>
    <p:extLst>
      <p:ext uri="{BB962C8B-B14F-4D97-AF65-F5344CB8AC3E}">
        <p14:creationId xmlns:p14="http://schemas.microsoft.com/office/powerpoint/2010/main" val="15653109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6">
            <a:extLst xmlns:a="http://schemas.openxmlformats.org/drawingml/2006/main">
              <a:ext uri="{FF2B5EF4-FFF2-40B4-BE49-F238E27FC236}">
                <a16:creationId xmlns:a16="http://schemas.microsoft.com/office/drawing/2014/main" id="{6096910A-DF96-4F76-B301-0209B67D24BB}"/>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2回目：4種類すべてで編集負担が小さくなった</a:t>
            </a:r>
          </a:p>
        </p:txBody>
      </p:sp>
      <p:sp>
        <p:nvSpPr>
          <p:cNvPr id="2" name="page-6">
            <a:extLst xmlns:a="http://schemas.openxmlformats.org/drawingml/2006/main">
              <a:ext uri="{FF2B5EF4-FFF2-40B4-BE49-F238E27FC236}">
                <a16:creationId xmlns:a16="http://schemas.microsoft.com/office/drawing/2014/main" id="{1882F3C8-94A8-4161-A66A-065FAD04B3C6}"/>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6</a:t>
            </a:r>
          </a:p>
        </p:txBody>
      </p:sp>
      <p:graphicFrame>
        <p:nvGraphicFramePr>
          <p:cNvPr id="10" name="Chart"/>
          <p:cNvGraphicFramePr/>
          <p:nvPr/>
        </p:nvGraphicFramePr>
        <p:xfrm>
          <a:off xmlns:a="http://schemas.openxmlformats.org/drawingml/2006/main" x="571500" y="1381125"/>
          <a:ext xmlns:a="http://schemas.openxmlformats.org/drawingml/2006/main" cx="8096250" cy="4667250"/>
        </p:xfrm>
        <a:graphic xmlns:a="http://schemas.openxmlformats.org/drawingml/2006/main">
          <a:graphicData uri="http://schemas.openxmlformats.org/drawingml/2006/chart">
            <c:chart xmlns:r="http://schemas.openxmlformats.org/officeDocument/2006/relationships" xmlns:c="http://schemas.openxmlformats.org/drawingml/2006/chart" r:id="Rd5d0f697ddb34354"/>
          </a:graphicData>
        </a:graphic>
      </p:graphicFrame>
      <p:sp>
        <p:nvSpPr>
          <p:cNvPr id="4" name="chart-unit">
            <a:extLst xmlns:a="http://schemas.openxmlformats.org/drawingml/2006/main">
              <a:ext uri="{FF2B5EF4-FFF2-40B4-BE49-F238E27FC236}">
                <a16:creationId xmlns:a16="http://schemas.microsoft.com/office/drawing/2014/main" id="{B2117357-61C9-4530-9CD4-1726BE3BF9B1}"/>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編集負担（小さいほど完成形に近い）</a:t>
            </a:r>
          </a:p>
        </p:txBody>
      </p:sp>
      <p:sp>
        <p:nvSpPr>
          <p:cNvPr id="5" name="r2-head">
            <a:extLst xmlns:a="http://schemas.openxmlformats.org/drawingml/2006/main">
              <a:ext uri="{FF2B5EF4-FFF2-40B4-BE49-F238E27FC236}">
                <a16:creationId xmlns:a16="http://schemas.microsoft.com/office/drawing/2014/main" id="{DE26C888-602A-4B9F-A38E-5352AF75E7B7}"/>
              </a:ext>
            </a:extLst>
          </p:cNvPr>
          <p:cNvSpPr>
            <a:spLocks xmlns:a="http://schemas.openxmlformats.org/drawingml/2006/main" noGrp="1"/>
          </p:cNvSpPr>
          <p:nvPr/>
        </p:nvSpPr>
        <p:spPr>
          <a:xfrm xmlns:a="http://schemas.openxmlformats.org/drawingml/2006/main">
            <a:off x="9048750" y="166687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好みを使った場合の変化</a:t>
            </a:r>
          </a:p>
        </p:txBody>
      </p:sp>
      <p:sp>
        <p:nvSpPr>
          <p:cNvPr id="6" name="r2-values">
            <a:extLst xmlns:a="http://schemas.openxmlformats.org/drawingml/2006/main">
              <a:ext uri="{FF2B5EF4-FFF2-40B4-BE49-F238E27FC236}">
                <a16:creationId xmlns:a16="http://schemas.microsoft.com/office/drawing/2014/main" id="{7C8446B2-36B8-4441-92D6-30CDA8E95287}"/>
              </a:ext>
            </a:extLst>
          </p:cNvPr>
          <p:cNvSpPr>
            <a:spLocks xmlns:a="http://schemas.openxmlformats.org/drawingml/2006/main" noGrp="1"/>
          </p:cNvSpPr>
          <p:nvPr/>
        </p:nvSpPr>
        <p:spPr>
          <a:xfrm xmlns:a="http://schemas.openxmlformats.org/drawingml/2006/main">
            <a:off x="9048750" y="2286000"/>
            <a:ext cx="2619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定義重視　55.2%減</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具体例重視　22.8%減</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結論先行　編集不要</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簡潔さ重視　48.2%減</a:t>
            </a:r>
          </a:p>
        </p:txBody>
      </p:sp>
      <p:sp>
        <p:nvSpPr>
          <p:cNvPr id="7" name="r2-foot">
            <a:extLst xmlns:a="http://schemas.openxmlformats.org/drawingml/2006/main">
              <a:ext uri="{FF2B5EF4-FFF2-40B4-BE49-F238E27FC236}">
                <a16:creationId xmlns:a16="http://schemas.microsoft.com/office/drawing/2014/main" id="{BC14B7A8-1137-45EE-8925-A14A9CA6E81C}"/>
              </a:ext>
            </a:extLst>
          </p:cNvPr>
          <p:cNvSpPr>
            <a:spLocks xmlns:a="http://schemas.openxmlformats.org/drawingml/2006/main" noGrp="1"/>
          </p:cNvSpPr>
          <p:nvPr/>
        </p:nvSpPr>
        <p:spPr>
          <a:xfrm xmlns:a="http://schemas.openxmlformats.org/drawingml/2006/main">
            <a:off x="8905875" y="5095875"/>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2回目だけを見ると、すべての好みで改善</a:t>
            </a:r>
          </a:p>
        </p:txBody>
      </p:sp>
    </p:spTree>
    <p:extLst>
      <p:ext uri="{BB962C8B-B14F-4D97-AF65-F5344CB8AC3E}">
        <p14:creationId xmlns:p14="http://schemas.microsoft.com/office/powerpoint/2010/main" val="15158920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7">
            <a:extLst xmlns:a="http://schemas.openxmlformats.org/drawingml/2006/main">
              <a:ext uri="{FF2B5EF4-FFF2-40B4-BE49-F238E27FC236}">
                <a16:creationId xmlns:a16="http://schemas.microsoft.com/office/drawing/2014/main" id="{32AFA3FB-6842-4F7D-8BF1-43BF1B2A2F91}"/>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3回目：定義・簡潔は改善、具体例・結論は悪化</a:t>
            </a:r>
          </a:p>
        </p:txBody>
      </p:sp>
      <p:sp>
        <p:nvSpPr>
          <p:cNvPr id="2" name="page-7">
            <a:extLst xmlns:a="http://schemas.openxmlformats.org/drawingml/2006/main">
              <a:ext uri="{FF2B5EF4-FFF2-40B4-BE49-F238E27FC236}">
                <a16:creationId xmlns:a16="http://schemas.microsoft.com/office/drawing/2014/main" id="{0AF030F0-29D2-4808-BAA5-9F7E0AF321A9}"/>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7</a:t>
            </a:r>
          </a:p>
        </p:txBody>
      </p:sp>
      <p:graphicFrame>
        <p:nvGraphicFramePr>
          <p:cNvPr id="12" name="Chart"/>
          <p:cNvGraphicFramePr/>
          <p:nvPr/>
        </p:nvGraphicFramePr>
        <p:xfrm>
          <a:off xmlns:a="http://schemas.openxmlformats.org/drawingml/2006/main" x="571500" y="1381125"/>
          <a:ext xmlns:a="http://schemas.openxmlformats.org/drawingml/2006/main" cx="8096250" cy="4667250"/>
        </p:xfrm>
        <a:graphic xmlns:a="http://schemas.openxmlformats.org/drawingml/2006/main">
          <a:graphicData uri="http://schemas.openxmlformats.org/drawingml/2006/chart">
            <c:chart xmlns:r="http://schemas.openxmlformats.org/officeDocument/2006/relationships" xmlns:c="http://schemas.openxmlformats.org/drawingml/2006/chart" r:id="R4ad83ec41fb2400c"/>
          </a:graphicData>
        </a:graphic>
      </p:graphicFrame>
      <p:sp>
        <p:nvSpPr>
          <p:cNvPr id="4" name="chart-unit-3">
            <a:extLst xmlns:a="http://schemas.openxmlformats.org/drawingml/2006/main">
              <a:ext uri="{FF2B5EF4-FFF2-40B4-BE49-F238E27FC236}">
                <a16:creationId xmlns:a16="http://schemas.microsoft.com/office/drawing/2014/main" id="{6CAA2573-EA3F-416E-8664-CD464576777B}"/>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編集負担（小さいほど完成形に近い）</a:t>
            </a:r>
          </a:p>
        </p:txBody>
      </p:sp>
      <p:sp>
        <p:nvSpPr>
          <p:cNvPr id="5" name="r3-good">
            <a:extLst xmlns:a="http://schemas.openxmlformats.org/drawingml/2006/main">
              <a:ext uri="{FF2B5EF4-FFF2-40B4-BE49-F238E27FC236}">
                <a16:creationId xmlns:a16="http://schemas.microsoft.com/office/drawing/2014/main" id="{093AD367-E8F4-41FD-A4EA-0EB7745AFFDA}"/>
              </a:ext>
            </a:extLst>
          </p:cNvPr>
          <p:cNvSpPr>
            <a:spLocks xmlns:a="http://schemas.openxmlformats.org/drawingml/2006/main" noGrp="1"/>
          </p:cNvSpPr>
          <p:nvPr/>
        </p:nvSpPr>
        <p:spPr>
          <a:xfrm xmlns:a="http://schemas.openxmlformats.org/drawingml/2006/main">
            <a:off x="9096375" y="16668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改善</a:t>
            </a:r>
          </a:p>
        </p:txBody>
      </p:sp>
      <p:sp>
        <p:nvSpPr>
          <p:cNvPr id="6" name="r3-good-v">
            <a:extLst xmlns:a="http://schemas.openxmlformats.org/drawingml/2006/main">
              <a:ext uri="{FF2B5EF4-FFF2-40B4-BE49-F238E27FC236}">
                <a16:creationId xmlns:a16="http://schemas.microsoft.com/office/drawing/2014/main" id="{C89321A7-91F9-4C68-8EB4-5DA04B34113C}"/>
              </a:ext>
            </a:extLst>
          </p:cNvPr>
          <p:cNvSpPr>
            <a:spLocks xmlns:a="http://schemas.openxmlformats.org/drawingml/2006/main" noGrp="1"/>
          </p:cNvSpPr>
          <p:nvPr/>
        </p:nvSpPr>
        <p:spPr>
          <a:xfrm xmlns:a="http://schemas.openxmlformats.org/drawingml/2006/main">
            <a:off x="9096375" y="219075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定義重視　27.3%減</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簡潔さ重視　27.0%減</a:t>
            </a:r>
          </a:p>
        </p:txBody>
      </p:sp>
      <p:sp>
        <p:nvSpPr>
          <p:cNvPr id="7" name="r3-bad">
            <a:extLst xmlns:a="http://schemas.openxmlformats.org/drawingml/2006/main">
              <a:ext uri="{FF2B5EF4-FFF2-40B4-BE49-F238E27FC236}">
                <a16:creationId xmlns:a16="http://schemas.microsoft.com/office/drawing/2014/main" id="{2D7D55A0-8A22-43FD-9473-BFC6B9B69DBA}"/>
              </a:ext>
            </a:extLst>
          </p:cNvPr>
          <p:cNvSpPr>
            <a:spLocks xmlns:a="http://schemas.openxmlformats.org/drawingml/2006/main" noGrp="1"/>
          </p:cNvSpPr>
          <p:nvPr/>
        </p:nvSpPr>
        <p:spPr>
          <a:xfrm xmlns:a="http://schemas.openxmlformats.org/drawingml/2006/main">
            <a:off x="9096375" y="3476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D66A5E"/>
                </a:solidFill>
                <a:latin typeface="Helvetica Neue"/>
                <a:ea typeface="Helvetica Neue"/>
                <a:cs typeface="Helvetica Neue"/>
              </a:defRPr>
            </a:pPr>
            <a:r>
              <a:rPr sz="1875" b="1">
                <a:solidFill>
                  <a:srgbClr val="D66A5E"/>
                </a:solidFill>
                <a:latin typeface="Helvetica Neue"/>
                <a:ea typeface="Helvetica Neue"/>
                <a:cs typeface="Helvetica Neue"/>
              </a:rPr>
              <a:t>悪化</a:t>
            </a:r>
          </a:p>
        </p:txBody>
      </p:sp>
      <p:sp>
        <p:nvSpPr>
          <p:cNvPr id="8" name="r3-bad-v">
            <a:extLst xmlns:a="http://schemas.openxmlformats.org/drawingml/2006/main">
              <a:ext uri="{FF2B5EF4-FFF2-40B4-BE49-F238E27FC236}">
                <a16:creationId xmlns:a16="http://schemas.microsoft.com/office/drawing/2014/main" id="{07AFE3C3-2FD7-45D2-8559-0CFF9C6C989E}"/>
              </a:ext>
            </a:extLst>
          </p:cNvPr>
          <p:cNvSpPr>
            <a:spLocks xmlns:a="http://schemas.openxmlformats.org/drawingml/2006/main" noGrp="1"/>
          </p:cNvSpPr>
          <p:nvPr/>
        </p:nvSpPr>
        <p:spPr>
          <a:xfrm xmlns:a="http://schemas.openxmlformats.org/drawingml/2006/main">
            <a:off x="9096375" y="400050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具体例重視　23.9%増</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結論先行　0 → 0.0135</a:t>
            </a:r>
          </a:p>
        </p:txBody>
      </p:sp>
      <p:sp>
        <p:nvSpPr>
          <p:cNvPr id="9" name="r3-foot">
            <a:extLst xmlns:a="http://schemas.openxmlformats.org/drawingml/2006/main">
              <a:ext uri="{FF2B5EF4-FFF2-40B4-BE49-F238E27FC236}">
                <a16:creationId xmlns:a16="http://schemas.microsoft.com/office/drawing/2014/main" id="{4D76123E-CE9F-4EE7-A12A-C0C004D5E42F}"/>
              </a:ext>
            </a:extLst>
          </p:cNvPr>
          <p:cNvSpPr>
            <a:spLocks xmlns:a="http://schemas.openxmlformats.org/drawingml/2006/main" noGrp="1"/>
          </p:cNvSpPr>
          <p:nvPr/>
        </p:nvSpPr>
        <p:spPr>
          <a:xfrm xmlns:a="http://schemas.openxmlformats.org/drawingml/2006/main">
            <a:off x="8858250" y="52863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履歴が増えても、常に良くなるわけではない</a:t>
            </a:r>
          </a:p>
        </p:txBody>
      </p:sp>
    </p:spTree>
    <p:extLst>
      <p:ext uri="{BB962C8B-B14F-4D97-AF65-F5344CB8AC3E}">
        <p14:creationId xmlns:p14="http://schemas.microsoft.com/office/powerpoint/2010/main" val="11965464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8">
            <a:extLst xmlns:a="http://schemas.openxmlformats.org/drawingml/2006/main">
              <a:ext uri="{FF2B5EF4-FFF2-40B4-BE49-F238E27FC236}">
                <a16:creationId xmlns:a16="http://schemas.microsoft.com/office/drawing/2014/main" id="{21CE5C4D-981D-4BE2-BBD1-642FE763F6B7}"/>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成功例：結論先行では、2回目の編集が0文になった</a:t>
            </a:r>
          </a:p>
        </p:txBody>
      </p:sp>
      <p:sp>
        <p:nvSpPr>
          <p:cNvPr id="2" name="page-8">
            <a:extLst xmlns:a="http://schemas.openxmlformats.org/drawingml/2006/main">
              <a:ext uri="{FF2B5EF4-FFF2-40B4-BE49-F238E27FC236}">
                <a16:creationId xmlns:a16="http://schemas.microsoft.com/office/drawing/2014/main" id="{4BD86344-FBBE-4AAC-BD00-0C309451D5B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8</a:t>
            </a:r>
          </a:p>
        </p:txBody>
      </p:sp>
      <p:sp>
        <p:nvSpPr>
          <p:cNvPr id="3" name="learn-h">
            <a:extLst xmlns:a="http://schemas.openxmlformats.org/drawingml/2006/main">
              <a:ext uri="{FF2B5EF4-FFF2-40B4-BE49-F238E27FC236}">
                <a16:creationId xmlns:a16="http://schemas.microsoft.com/office/drawing/2014/main" id="{CA67C2AC-B211-4887-908C-AE362C196942}"/>
              </a:ext>
            </a:extLst>
          </p:cNvPr>
          <p:cNvSpPr>
            <a:spLocks xmlns:a="http://schemas.openxmlformats.org/drawingml/2006/main" noGrp="1"/>
          </p:cNvSpPr>
          <p:nvPr/>
        </p:nvSpPr>
        <p:spPr>
          <a:xfrm xmlns:a="http://schemas.openxmlformats.org/drawingml/2006/main">
            <a:off x="666750" y="1238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1回目の編集</a:t>
            </a:r>
          </a:p>
        </p:txBody>
      </p:sp>
      <p:sp>
        <p:nvSpPr>
          <p:cNvPr id="4" name="learn-before">
            <a:extLst xmlns:a="http://schemas.openxmlformats.org/drawingml/2006/main">
              <a:ext uri="{FF2B5EF4-FFF2-40B4-BE49-F238E27FC236}">
                <a16:creationId xmlns:a16="http://schemas.microsoft.com/office/drawing/2014/main" id="{BFA67489-2D56-4706-A8B8-C8BD8BFA8CFA}"/>
              </a:ext>
            </a:extLst>
          </p:cNvPr>
          <p:cNvSpPr>
            <a:spLocks xmlns:a="http://schemas.openxmlformats.org/drawingml/2006/main" noGrp="1"/>
          </p:cNvSpPr>
          <p:nvPr/>
        </p:nvSpPr>
        <p:spPr>
          <a:xfrm xmlns:a="http://schemas.openxmlformats.org/drawingml/2006/main">
            <a:off x="666750" y="1762125"/>
            <a:ext cx="4762500" cy="857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earn-before-t">
            <a:extLst xmlns:a="http://schemas.openxmlformats.org/drawingml/2006/main">
              <a:ext uri="{FF2B5EF4-FFF2-40B4-BE49-F238E27FC236}">
                <a16:creationId xmlns:a16="http://schemas.microsoft.com/office/drawing/2014/main" id="{4A834D41-B098-4639-84FC-C28CC4D1E1BE}"/>
              </a:ext>
            </a:extLst>
          </p:cNvPr>
          <p:cNvSpPr>
            <a:spLocks xmlns:a="http://schemas.openxmlformats.org/drawingml/2006/main" noGrp="1"/>
          </p:cNvSpPr>
          <p:nvPr/>
        </p:nvSpPr>
        <p:spPr>
          <a:xfrm xmlns:a="http://schemas.openxmlformats.org/drawingml/2006/main">
            <a:off x="904875" y="204787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編集前：「キーの役割を具体化します」</a:t>
            </a:r>
          </a:p>
        </p:txBody>
      </p:sp>
      <p:sp>
        <p:nvSpPr>
          <p:cNvPr id="6" name="learn-after">
            <a:extLst xmlns:a="http://schemas.openxmlformats.org/drawingml/2006/main">
              <a:ext uri="{FF2B5EF4-FFF2-40B4-BE49-F238E27FC236}">
                <a16:creationId xmlns:a16="http://schemas.microsoft.com/office/drawing/2014/main" id="{B6C58FE7-D88E-4419-ACDD-325D0B99007F}"/>
              </a:ext>
            </a:extLst>
          </p:cNvPr>
          <p:cNvSpPr>
            <a:spLocks xmlns:a="http://schemas.openxmlformats.org/drawingml/2006/main" noGrp="1"/>
          </p:cNvSpPr>
          <p:nvPr/>
        </p:nvSpPr>
        <p:spPr>
          <a:xfrm xmlns:a="http://schemas.openxmlformats.org/drawingml/2006/main">
            <a:off x="666750" y="2857500"/>
            <a:ext cx="476250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learn-after-t">
            <a:extLst xmlns:a="http://schemas.openxmlformats.org/drawingml/2006/main">
              <a:ext uri="{FF2B5EF4-FFF2-40B4-BE49-F238E27FC236}">
                <a16:creationId xmlns:a16="http://schemas.microsoft.com/office/drawing/2014/main" id="{ED05AC08-08BC-4FFE-A50D-3E9B9B626274}"/>
              </a:ext>
            </a:extLst>
          </p:cNvPr>
          <p:cNvSpPr>
            <a:spLocks xmlns:a="http://schemas.openxmlformats.org/drawingml/2006/main" noGrp="1"/>
          </p:cNvSpPr>
          <p:nvPr/>
        </p:nvSpPr>
        <p:spPr>
          <a:xfrm xmlns:a="http://schemas.openxmlformats.org/drawingml/2006/main">
            <a:off x="904875" y="312420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編集後：「主キーは行を一意に識別し、</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外部キーは表同士を結び付けます」</a:t>
            </a:r>
          </a:p>
        </p:txBody>
      </p:sp>
      <p:sp>
        <p:nvSpPr>
          <p:cNvPr id="8" name="memory">
            <a:extLst xmlns:a="http://schemas.openxmlformats.org/drawingml/2006/main">
              <a:ext uri="{FF2B5EF4-FFF2-40B4-BE49-F238E27FC236}">
                <a16:creationId xmlns:a16="http://schemas.microsoft.com/office/drawing/2014/main" id="{7E1104F4-4021-4F56-97D8-115B43C8E41E}"/>
              </a:ext>
            </a:extLst>
          </p:cNvPr>
          <p:cNvSpPr>
            <a:spLocks xmlns:a="http://schemas.openxmlformats.org/drawingml/2006/main" noGrp="1"/>
          </p:cNvSpPr>
          <p:nvPr/>
        </p:nvSpPr>
        <p:spPr>
          <a:xfrm xmlns:a="http://schemas.openxmlformats.org/drawingml/2006/main">
            <a:off x="6524625" y="18573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抽出された好み</a:t>
            </a:r>
          </a:p>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「曖昧な予告ではなく、主要内容を先に示す」</a:t>
            </a:r>
          </a:p>
        </p:txBody>
      </p:sp>
      <p:sp>
        <p:nvSpPr>
          <p:cNvPr id="9" name="success-arrow">
            <a:extLst xmlns:a="http://schemas.openxmlformats.org/drawingml/2006/main">
              <a:ext uri="{FF2B5EF4-FFF2-40B4-BE49-F238E27FC236}">
                <a16:creationId xmlns:a16="http://schemas.microsoft.com/office/drawing/2014/main" id="{0BB6BCA5-2A58-4BE4-A2AD-3A3AD063DFB7}"/>
              </a:ext>
            </a:extLst>
          </p:cNvPr>
          <p:cNvSpPr>
            <a:spLocks xmlns:a="http://schemas.openxmlformats.org/drawingml/2006/main" noGrp="1"/>
          </p:cNvSpPr>
          <p:nvPr/>
        </p:nvSpPr>
        <p:spPr>
          <a:xfrm xmlns:a="http://schemas.openxmlformats.org/drawingml/2006/main">
            <a:off x="5572125" y="323850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mpare-h">
            <a:extLst xmlns:a="http://schemas.openxmlformats.org/drawingml/2006/main">
              <a:ext uri="{FF2B5EF4-FFF2-40B4-BE49-F238E27FC236}">
                <a16:creationId xmlns:a16="http://schemas.microsoft.com/office/drawing/2014/main" id="{632858E6-78A5-4E0B-A574-6717801435A4}"/>
              </a:ext>
            </a:extLst>
          </p:cNvPr>
          <p:cNvSpPr>
            <a:spLocks xmlns:a="http://schemas.openxmlformats.org/drawingml/2006/main" noGrp="1"/>
          </p:cNvSpPr>
          <p:nvPr/>
        </p:nvSpPr>
        <p:spPr>
          <a:xfrm xmlns:a="http://schemas.openxmlformats.org/drawingml/2006/main">
            <a:off x="6524625" y="3143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2回目に同じ方針で確認</a:t>
            </a:r>
          </a:p>
        </p:txBody>
      </p:sp>
      <p:sp>
        <p:nvSpPr>
          <p:cNvPr id="11" name="control">
            <a:extLst xmlns:a="http://schemas.openxmlformats.org/drawingml/2006/main">
              <a:ext uri="{FF2B5EF4-FFF2-40B4-BE49-F238E27FC236}">
                <a16:creationId xmlns:a16="http://schemas.microsoft.com/office/drawing/2014/main" id="{3EBF4F7B-F288-421B-BCAE-58CBEC1F0FB4}"/>
              </a:ext>
            </a:extLst>
          </p:cNvPr>
          <p:cNvSpPr>
            <a:spLocks xmlns:a="http://schemas.openxmlformats.org/drawingml/2006/main" noGrp="1"/>
          </p:cNvSpPr>
          <p:nvPr/>
        </p:nvSpPr>
        <p:spPr>
          <a:xfrm xmlns:a="http://schemas.openxmlformats.org/drawingml/2006/main">
            <a:off x="6524625" y="3762375"/>
            <a:ext cx="219075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ontrol-t">
            <a:extLst xmlns:a="http://schemas.openxmlformats.org/drawingml/2006/main">
              <a:ext uri="{FF2B5EF4-FFF2-40B4-BE49-F238E27FC236}">
                <a16:creationId xmlns:a16="http://schemas.microsoft.com/office/drawing/2014/main" id="{C5A682B3-544D-4380-8A0A-55C50D05CB9B}"/>
              </a:ext>
            </a:extLst>
          </p:cNvPr>
          <p:cNvSpPr>
            <a:spLocks xmlns:a="http://schemas.openxmlformats.org/drawingml/2006/main" noGrp="1"/>
          </p:cNvSpPr>
          <p:nvPr/>
        </p:nvSpPr>
        <p:spPr>
          <a:xfrm xmlns:a="http://schemas.openxmlformats.org/drawingml/2006/main">
            <a:off x="6762750" y="4048125"/>
            <a:ext cx="1714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好みなし</a:t>
            </a:r>
          </a:p>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31文中4文を編集</a:t>
            </a:r>
          </a:p>
        </p:txBody>
      </p:sp>
      <p:sp>
        <p:nvSpPr>
          <p:cNvPr id="13" name="treat">
            <a:extLst xmlns:a="http://schemas.openxmlformats.org/drawingml/2006/main">
              <a:ext uri="{FF2B5EF4-FFF2-40B4-BE49-F238E27FC236}">
                <a16:creationId xmlns:a16="http://schemas.microsoft.com/office/drawing/2014/main" id="{C68702E3-6277-4BFE-9770-1DA199ADAA9C}"/>
              </a:ext>
            </a:extLst>
          </p:cNvPr>
          <p:cNvSpPr>
            <a:spLocks xmlns:a="http://schemas.openxmlformats.org/drawingml/2006/main" noGrp="1"/>
          </p:cNvSpPr>
          <p:nvPr/>
        </p:nvSpPr>
        <p:spPr>
          <a:xfrm xmlns:a="http://schemas.openxmlformats.org/drawingml/2006/main">
            <a:off x="9096375" y="3762375"/>
            <a:ext cx="219075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treat-t">
            <a:extLst xmlns:a="http://schemas.openxmlformats.org/drawingml/2006/main">
              <a:ext uri="{FF2B5EF4-FFF2-40B4-BE49-F238E27FC236}">
                <a16:creationId xmlns:a16="http://schemas.microsoft.com/office/drawing/2014/main" id="{81E2D832-82E6-4066-B8FC-F7C305D546DA}"/>
              </a:ext>
            </a:extLst>
          </p:cNvPr>
          <p:cNvSpPr>
            <a:spLocks xmlns:a="http://schemas.openxmlformats.org/drawingml/2006/main" noGrp="1"/>
          </p:cNvSpPr>
          <p:nvPr/>
        </p:nvSpPr>
        <p:spPr>
          <a:xfrm xmlns:a="http://schemas.openxmlformats.org/drawingml/2006/main">
            <a:off x="9334500" y="4048125"/>
            <a:ext cx="1714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好みあり</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31文中0文</a:t>
            </a:r>
          </a:p>
        </p:txBody>
      </p:sp>
      <p:sp>
        <p:nvSpPr>
          <p:cNvPr id="15" name="success-foot">
            <a:extLst xmlns:a="http://schemas.openxmlformats.org/drawingml/2006/main">
              <a:ext uri="{FF2B5EF4-FFF2-40B4-BE49-F238E27FC236}">
                <a16:creationId xmlns:a16="http://schemas.microsoft.com/office/drawing/2014/main" id="{173561C5-7FBD-4E3F-942D-23735B7FA6E3}"/>
              </a:ext>
            </a:extLst>
          </p:cNvPr>
          <p:cNvSpPr>
            <a:spLocks xmlns:a="http://schemas.openxmlformats.org/drawingml/2006/main" noGrp="1"/>
          </p:cNvSpPr>
          <p:nvPr/>
        </p:nvSpPr>
        <p:spPr>
          <a:xfrm xmlns:a="http://schemas.openxmlformats.org/drawingml/2006/main">
            <a:off x="1619250" y="5572125"/>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編集 → 好み抽出 → 次回生成 → 再編集量の減少、という流れを確認</a:t>
            </a:r>
          </a:p>
        </p:txBody>
      </p:sp>
    </p:spTree>
    <p:extLst>
      <p:ext uri="{BB962C8B-B14F-4D97-AF65-F5344CB8AC3E}">
        <p14:creationId xmlns:p14="http://schemas.microsoft.com/office/powerpoint/2010/main" val="13509735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9">
            <a:extLst xmlns:a="http://schemas.openxmlformats.org/drawingml/2006/main">
              <a:ext uri="{FF2B5EF4-FFF2-40B4-BE49-F238E27FC236}">
                <a16:creationId xmlns:a16="http://schemas.microsoft.com/office/drawing/2014/main" id="{A4F91EB2-6681-4EC6-8B3A-B5CC26A9F5D4}"/>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失敗例：具体例重視では、3回目に編集負担が増えた</a:t>
            </a:r>
          </a:p>
        </p:txBody>
      </p:sp>
      <p:sp>
        <p:nvSpPr>
          <p:cNvPr id="2" name="page-9">
            <a:extLst xmlns:a="http://schemas.openxmlformats.org/drawingml/2006/main">
              <a:ext uri="{FF2B5EF4-FFF2-40B4-BE49-F238E27FC236}">
                <a16:creationId xmlns:a16="http://schemas.microsoft.com/office/drawing/2014/main" id="{3BE46498-D7AB-4BCB-9B6E-256D0BFD9D67}"/>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9</a:t>
            </a:r>
          </a:p>
        </p:txBody>
      </p:sp>
      <p:sp>
        <p:nvSpPr>
          <p:cNvPr id="3" name="dup-h">
            <a:extLst xmlns:a="http://schemas.openxmlformats.org/drawingml/2006/main">
              <a:ext uri="{FF2B5EF4-FFF2-40B4-BE49-F238E27FC236}">
                <a16:creationId xmlns:a16="http://schemas.microsoft.com/office/drawing/2014/main" id="{AF16AB5B-5794-4B29-87D7-E24B2089FD31}"/>
              </a:ext>
            </a:extLst>
          </p:cNvPr>
          <p:cNvSpPr>
            <a:spLocks xmlns:a="http://schemas.openxmlformats.org/drawingml/2006/main" noGrp="1"/>
          </p:cNvSpPr>
          <p:nvPr/>
        </p:nvSpPr>
        <p:spPr>
          <a:xfrm xmlns:a="http://schemas.openxmlformats.org/drawingml/2006/main">
            <a:off x="619125" y="12858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履歴に蓄積した表現</a:t>
            </a:r>
          </a:p>
        </p:txBody>
      </p:sp>
      <p:sp>
        <p:nvSpPr>
          <p:cNvPr id="4" name="d-0">
            <a:extLst xmlns:a="http://schemas.openxmlformats.org/drawingml/2006/main">
              <a:ext uri="{FF2B5EF4-FFF2-40B4-BE49-F238E27FC236}">
                <a16:creationId xmlns:a16="http://schemas.microsoft.com/office/drawing/2014/main" id="{BB863833-6629-4D1B-81C9-B4E5C4D99FAE}"/>
              </a:ext>
            </a:extLst>
          </p:cNvPr>
          <p:cNvSpPr>
            <a:spLocks xmlns:a="http://schemas.openxmlformats.org/drawingml/2006/main" noGrp="1"/>
          </p:cNvSpPr>
          <p:nvPr/>
        </p:nvSpPr>
        <p:spPr>
          <a:xfrm xmlns:a="http://schemas.openxmlformats.org/drawingml/2006/main">
            <a:off x="619125" y="185737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dt-0">
            <a:extLst xmlns:a="http://schemas.openxmlformats.org/drawingml/2006/main">
              <a:ext uri="{FF2B5EF4-FFF2-40B4-BE49-F238E27FC236}">
                <a16:creationId xmlns:a16="http://schemas.microsoft.com/office/drawing/2014/main" id="{E0EFF2D4-28D5-4259-B5C1-45A117A3C940}"/>
              </a:ext>
            </a:extLst>
          </p:cNvPr>
          <p:cNvSpPr>
            <a:spLocks xmlns:a="http://schemas.openxmlformats.org/drawingml/2006/main" noGrp="1"/>
          </p:cNvSpPr>
          <p:nvPr/>
        </p:nvSpPr>
        <p:spPr>
          <a:xfrm xmlns:a="http://schemas.openxmlformats.org/drawingml/2006/main">
            <a:off x="857250" y="20097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抽象説明には具体例を加える</a:t>
            </a:r>
          </a:p>
        </p:txBody>
      </p:sp>
      <p:sp>
        <p:nvSpPr>
          <p:cNvPr id="6" name="d-1">
            <a:extLst xmlns:a="http://schemas.openxmlformats.org/drawingml/2006/main">
              <a:ext uri="{FF2B5EF4-FFF2-40B4-BE49-F238E27FC236}">
                <a16:creationId xmlns:a16="http://schemas.microsoft.com/office/drawing/2014/main" id="{64F1F860-68B5-4F20-9634-EFF06AD1F46C}"/>
              </a:ext>
            </a:extLst>
          </p:cNvPr>
          <p:cNvSpPr>
            <a:spLocks xmlns:a="http://schemas.openxmlformats.org/drawingml/2006/main" noGrp="1"/>
          </p:cNvSpPr>
          <p:nvPr/>
        </p:nvSpPr>
        <p:spPr>
          <a:xfrm xmlns:a="http://schemas.openxmlformats.org/drawingml/2006/main">
            <a:off x="619125" y="257175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dt-1">
            <a:extLst xmlns:a="http://schemas.openxmlformats.org/drawingml/2006/main">
              <a:ext uri="{FF2B5EF4-FFF2-40B4-BE49-F238E27FC236}">
                <a16:creationId xmlns:a16="http://schemas.microsoft.com/office/drawing/2014/main" id="{73F21545-383D-4B0A-96BA-61DF35B74EB2}"/>
              </a:ext>
            </a:extLst>
          </p:cNvPr>
          <p:cNvSpPr>
            <a:spLocks xmlns:a="http://schemas.openxmlformats.org/drawingml/2006/main" noGrp="1"/>
          </p:cNvSpPr>
          <p:nvPr/>
        </p:nvSpPr>
        <p:spPr>
          <a:xfrm xmlns:a="http://schemas.openxmlformats.org/drawingml/2006/main">
            <a:off x="857250" y="272415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身近な例を一つ添える</a:t>
            </a:r>
          </a:p>
        </p:txBody>
      </p:sp>
      <p:sp>
        <p:nvSpPr>
          <p:cNvPr id="8" name="d-2">
            <a:extLst xmlns:a="http://schemas.openxmlformats.org/drawingml/2006/main">
              <a:ext uri="{FF2B5EF4-FFF2-40B4-BE49-F238E27FC236}">
                <a16:creationId xmlns:a16="http://schemas.microsoft.com/office/drawing/2014/main" id="{4326FB7D-C463-4CBE-A633-C2B8D856B3A5}"/>
              </a:ext>
            </a:extLst>
          </p:cNvPr>
          <p:cNvSpPr>
            <a:spLocks xmlns:a="http://schemas.openxmlformats.org/drawingml/2006/main" noGrp="1"/>
          </p:cNvSpPr>
          <p:nvPr/>
        </p:nvSpPr>
        <p:spPr>
          <a:xfrm xmlns:a="http://schemas.openxmlformats.org/drawingml/2006/main">
            <a:off x="619125" y="328612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dt-2">
            <a:extLst xmlns:a="http://schemas.openxmlformats.org/drawingml/2006/main">
              <a:ext uri="{FF2B5EF4-FFF2-40B4-BE49-F238E27FC236}">
                <a16:creationId xmlns:a16="http://schemas.microsoft.com/office/drawing/2014/main" id="{8A8D5D95-8405-4380-99B4-DC8D2BBC2071}"/>
              </a:ext>
            </a:extLst>
          </p:cNvPr>
          <p:cNvSpPr>
            <a:spLocks xmlns:a="http://schemas.openxmlformats.org/drawingml/2006/main" noGrp="1"/>
          </p:cNvSpPr>
          <p:nvPr/>
        </p:nvSpPr>
        <p:spPr>
          <a:xfrm xmlns:a="http://schemas.openxmlformats.org/drawingml/2006/main">
            <a:off x="857250" y="343852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実務的な例で補足する</a:t>
            </a:r>
          </a:p>
        </p:txBody>
      </p:sp>
      <p:sp>
        <p:nvSpPr>
          <p:cNvPr id="10" name="d-3">
            <a:extLst xmlns:a="http://schemas.openxmlformats.org/drawingml/2006/main">
              <a:ext uri="{FF2B5EF4-FFF2-40B4-BE49-F238E27FC236}">
                <a16:creationId xmlns:a16="http://schemas.microsoft.com/office/drawing/2014/main" id="{F20A80F7-DAF0-47DB-A3E8-A07465951063}"/>
              </a:ext>
            </a:extLst>
          </p:cNvPr>
          <p:cNvSpPr>
            <a:spLocks xmlns:a="http://schemas.openxmlformats.org/drawingml/2006/main" noGrp="1"/>
          </p:cNvSpPr>
          <p:nvPr/>
        </p:nvSpPr>
        <p:spPr>
          <a:xfrm xmlns:a="http://schemas.openxmlformats.org/drawingml/2006/main">
            <a:off x="619125" y="400050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dt-3">
            <a:extLst xmlns:a="http://schemas.openxmlformats.org/drawingml/2006/main">
              <a:ext uri="{FF2B5EF4-FFF2-40B4-BE49-F238E27FC236}">
                <a16:creationId xmlns:a16="http://schemas.microsoft.com/office/drawing/2014/main" id="{26747119-1081-49D9-957B-7E1A3DC06D73}"/>
              </a:ext>
            </a:extLst>
          </p:cNvPr>
          <p:cNvSpPr>
            <a:spLocks xmlns:a="http://schemas.openxmlformats.org/drawingml/2006/main" noGrp="1"/>
          </p:cNvSpPr>
          <p:nvPr/>
        </p:nvSpPr>
        <p:spPr>
          <a:xfrm xmlns:a="http://schemas.openxmlformats.org/drawingml/2006/main">
            <a:off x="857250" y="415290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利用場面と対応付ける</a:t>
            </a:r>
          </a:p>
        </p:txBody>
      </p:sp>
      <p:sp>
        <p:nvSpPr>
          <p:cNvPr id="12" name="fail-arrow">
            <a:extLst xmlns:a="http://schemas.openxmlformats.org/drawingml/2006/main">
              <a:ext uri="{FF2B5EF4-FFF2-40B4-BE49-F238E27FC236}">
                <a16:creationId xmlns:a16="http://schemas.microsoft.com/office/drawing/2014/main" id="{A690EF63-9BF4-4AE7-BA16-3662CEB7D12B}"/>
              </a:ext>
            </a:extLst>
          </p:cNvPr>
          <p:cNvSpPr>
            <a:spLocks xmlns:a="http://schemas.openxmlformats.org/drawingml/2006/main" noGrp="1"/>
          </p:cNvSpPr>
          <p:nvPr/>
        </p:nvSpPr>
        <p:spPr>
          <a:xfrm xmlns:a="http://schemas.openxmlformats.org/drawingml/2006/main">
            <a:off x="6191250"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il-box">
            <a:extLst xmlns:a="http://schemas.openxmlformats.org/drawingml/2006/main">
              <a:ext uri="{FF2B5EF4-FFF2-40B4-BE49-F238E27FC236}">
                <a16:creationId xmlns:a16="http://schemas.microsoft.com/office/drawing/2014/main" id="{72ED3F5D-6645-45B5-80AB-78750DBB44B0}"/>
              </a:ext>
            </a:extLst>
          </p:cNvPr>
          <p:cNvSpPr>
            <a:spLocks xmlns:a="http://schemas.openxmlformats.org/drawingml/2006/main" noGrp="1"/>
          </p:cNvSpPr>
          <p:nvPr/>
        </p:nvSpPr>
        <p:spPr>
          <a:xfrm xmlns:a="http://schemas.openxmlformats.org/drawingml/2006/main">
            <a:off x="7524750" y="1952625"/>
            <a:ext cx="3810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fail-title">
            <a:extLst xmlns:a="http://schemas.openxmlformats.org/drawingml/2006/main">
              <a:ext uri="{FF2B5EF4-FFF2-40B4-BE49-F238E27FC236}">
                <a16:creationId xmlns:a16="http://schemas.microsoft.com/office/drawing/2014/main" id="{140D23F1-5CBD-42F1-A939-DBF7EB452322}"/>
              </a:ext>
            </a:extLst>
          </p:cNvPr>
          <p:cNvSpPr>
            <a:spLocks xmlns:a="http://schemas.openxmlformats.org/drawingml/2006/main" noGrp="1"/>
          </p:cNvSpPr>
          <p:nvPr/>
        </p:nvSpPr>
        <p:spPr>
          <a:xfrm xmlns:a="http://schemas.openxmlformats.org/drawingml/2006/main">
            <a:off x="7858125" y="2286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具体例重視・3回目</a:t>
            </a:r>
          </a:p>
        </p:txBody>
      </p:sp>
      <p:sp>
        <p:nvSpPr>
          <p:cNvPr id="15" name="fail-values">
            <a:extLst xmlns:a="http://schemas.openxmlformats.org/drawingml/2006/main">
              <a:ext uri="{FF2B5EF4-FFF2-40B4-BE49-F238E27FC236}">
                <a16:creationId xmlns:a16="http://schemas.microsoft.com/office/drawing/2014/main" id="{57B7D271-47BA-449C-8ADB-CEA8FC35DEDA}"/>
              </a:ext>
            </a:extLst>
          </p:cNvPr>
          <p:cNvSpPr>
            <a:spLocks xmlns:a="http://schemas.openxmlformats.org/drawingml/2006/main" noGrp="1"/>
          </p:cNvSpPr>
          <p:nvPr/>
        </p:nvSpPr>
        <p:spPr>
          <a:xfrm xmlns:a="http://schemas.openxmlformats.org/drawingml/2006/main">
            <a:off x="7858125" y="3000375"/>
            <a:ext cx="314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好みなし　0.0674</a:t>
            </a:r>
          </a:p>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好みあり　0.0835</a:t>
            </a:r>
          </a:p>
        </p:txBody>
      </p:sp>
      <p:sp>
        <p:nvSpPr>
          <p:cNvPr id="16" name="fail-red">
            <a:extLst xmlns:a="http://schemas.openxmlformats.org/drawingml/2006/main">
              <a:ext uri="{FF2B5EF4-FFF2-40B4-BE49-F238E27FC236}">
                <a16:creationId xmlns:a16="http://schemas.microsoft.com/office/drawing/2014/main" id="{29613A64-FA02-4C4C-8672-4FADE67373EF}"/>
              </a:ext>
            </a:extLst>
          </p:cNvPr>
          <p:cNvSpPr>
            <a:spLocks xmlns:a="http://schemas.openxmlformats.org/drawingml/2006/main" noGrp="1"/>
          </p:cNvSpPr>
          <p:nvPr/>
        </p:nvSpPr>
        <p:spPr>
          <a:xfrm xmlns:a="http://schemas.openxmlformats.org/drawingml/2006/main">
            <a:off x="7858125" y="385762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D66A5E"/>
                </a:solidFill>
                <a:latin typeface="Helvetica Neue"/>
                <a:ea typeface="Helvetica Neue"/>
                <a:cs typeface="Helvetica Neue"/>
              </a:defRPr>
            </a:pPr>
            <a:r>
              <a:rPr sz="1800" b="1">
                <a:solidFill>
                  <a:srgbClr val="D66A5E"/>
                </a:solidFill>
                <a:latin typeface="Helvetica Neue"/>
                <a:ea typeface="Helvetica Neue"/>
                <a:cs typeface="Helvetica Neue"/>
              </a:rPr>
              <a:t>編集負担 23.9%増</a:t>
            </a:r>
          </a:p>
        </p:txBody>
      </p:sp>
      <p:sp>
        <p:nvSpPr>
          <p:cNvPr id="17" name="fail-meaning">
            <a:extLst xmlns:a="http://schemas.openxmlformats.org/drawingml/2006/main">
              <a:ext uri="{FF2B5EF4-FFF2-40B4-BE49-F238E27FC236}">
                <a16:creationId xmlns:a16="http://schemas.microsoft.com/office/drawing/2014/main" id="{BC7CF680-7E3E-4999-A4C0-2D739E7DDADE}"/>
              </a:ext>
            </a:extLst>
          </p:cNvPr>
          <p:cNvSpPr>
            <a:spLocks xmlns:a="http://schemas.openxmlformats.org/drawingml/2006/main" noGrp="1"/>
          </p:cNvSpPr>
          <p:nvPr/>
        </p:nvSpPr>
        <p:spPr>
          <a:xfrm xmlns:a="http://schemas.openxmlformats.org/drawingml/2006/main">
            <a:off x="1238250" y="5095875"/>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似た好みを別々に蓄積すると、必要でない箇所にも適用される可能性がある</a:t>
            </a:r>
          </a:p>
        </p:txBody>
      </p:sp>
      <p:sp>
        <p:nvSpPr>
          <p:cNvPr id="18" name="fail-next">
            <a:extLst xmlns:a="http://schemas.openxmlformats.org/drawingml/2006/main">
              <a:ext uri="{FF2B5EF4-FFF2-40B4-BE49-F238E27FC236}">
                <a16:creationId xmlns:a16="http://schemas.microsoft.com/office/drawing/2014/main" id="{CBF0F64C-B227-459E-8395-DDE84588A82F}"/>
              </a:ext>
            </a:extLst>
          </p:cNvPr>
          <p:cNvSpPr>
            <a:spLocks xmlns:a="http://schemas.openxmlformats.org/drawingml/2006/main" noGrp="1"/>
          </p:cNvSpPr>
          <p:nvPr/>
        </p:nvSpPr>
        <p:spPr>
          <a:xfrm xmlns:a="http://schemas.openxmlformats.org/drawingml/2006/main">
            <a:off x="2190750" y="5857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必要な改善：重複する好みの統合／適用しない条件の記憶</a:t>
            </a:r>
          </a:p>
        </p:txBody>
      </p:sp>
    </p:spTree>
    <p:extLst>
      <p:ext uri="{BB962C8B-B14F-4D97-AF65-F5344CB8AC3E}">
        <p14:creationId xmlns:p14="http://schemas.microsoft.com/office/powerpoint/2010/main" val="11286442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10">
            <a:extLst xmlns:a="http://schemas.openxmlformats.org/drawingml/2006/main">
              <a:ext uri="{FF2B5EF4-FFF2-40B4-BE49-F238E27FC236}">
                <a16:creationId xmlns:a16="http://schemas.microsoft.com/office/drawing/2014/main" id="{47F450B6-FFDB-4F6F-A6D3-8916182F9A2F}"/>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今回分かったことと、次に確かめること</a:t>
            </a:r>
          </a:p>
        </p:txBody>
      </p:sp>
      <p:sp>
        <p:nvSpPr>
          <p:cNvPr id="2" name="page-10">
            <a:extLst xmlns:a="http://schemas.openxmlformats.org/drawingml/2006/main">
              <a:ext uri="{FF2B5EF4-FFF2-40B4-BE49-F238E27FC236}">
                <a16:creationId xmlns:a16="http://schemas.microsoft.com/office/drawing/2014/main" id="{C70792CF-04C0-4F5C-9F7E-CD340A500746}"/>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10</a:t>
            </a:r>
          </a:p>
        </p:txBody>
      </p:sp>
      <p:sp>
        <p:nvSpPr>
          <p:cNvPr id="3" name="known-h">
            <a:extLst xmlns:a="http://schemas.openxmlformats.org/drawingml/2006/main">
              <a:ext uri="{FF2B5EF4-FFF2-40B4-BE49-F238E27FC236}">
                <a16:creationId xmlns:a16="http://schemas.microsoft.com/office/drawing/2014/main" id="{03ED22B8-3FC1-48AB-A2FC-BCDAA363E652}"/>
              </a:ext>
            </a:extLst>
          </p:cNvPr>
          <p:cNvSpPr>
            <a:spLocks xmlns:a="http://schemas.openxmlformats.org/drawingml/2006/main" noGrp="1"/>
          </p:cNvSpPr>
          <p:nvPr/>
        </p:nvSpPr>
        <p:spPr>
          <a:xfrm xmlns:a="http://schemas.openxmlformats.org/drawingml/2006/main">
            <a:off x="6667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今回分かったこと</a:t>
            </a:r>
          </a:p>
        </p:txBody>
      </p:sp>
      <p:sp>
        <p:nvSpPr>
          <p:cNvPr id="4" name="known">
            <a:extLst xmlns:a="http://schemas.openxmlformats.org/drawingml/2006/main">
              <a:ext uri="{FF2B5EF4-FFF2-40B4-BE49-F238E27FC236}">
                <a16:creationId xmlns:a16="http://schemas.microsoft.com/office/drawing/2014/main" id="{3D0F6AA9-2AF1-4749-811A-C156BF6F67AF}"/>
              </a:ext>
            </a:extLst>
          </p:cNvPr>
          <p:cNvSpPr>
            <a:spLocks xmlns:a="http://schemas.openxmlformats.org/drawingml/2006/main" noGrp="1"/>
          </p:cNvSpPr>
          <p:nvPr/>
        </p:nvSpPr>
        <p:spPr>
          <a:xfrm xmlns:a="http://schemas.openxmlformats.org/drawingml/2006/main">
            <a:off x="666750" y="1952625"/>
            <a:ext cx="4953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known-t">
            <a:extLst xmlns:a="http://schemas.openxmlformats.org/drawingml/2006/main">
              <a:ext uri="{FF2B5EF4-FFF2-40B4-BE49-F238E27FC236}">
                <a16:creationId xmlns:a16="http://schemas.microsoft.com/office/drawing/2014/main" id="{7FF592BF-8FB9-4DD1-8F29-EE456EDBA1D3}"/>
              </a:ext>
            </a:extLst>
          </p:cNvPr>
          <p:cNvSpPr>
            <a:spLocks xmlns:a="http://schemas.openxmlformats.org/drawingml/2006/main" noGrp="1"/>
          </p:cNvSpPr>
          <p:nvPr/>
        </p:nvSpPr>
        <p:spPr>
          <a:xfrm xmlns:a="http://schemas.openxmlformats.org/drawingml/2006/main">
            <a:off x="10001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・編集履歴から次回生成を変えられた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・編集量が減る好みがあった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・履歴が増えると悪化する場合もあった</a:t>
            </a:r>
          </a:p>
        </p:txBody>
      </p:sp>
      <p:sp>
        <p:nvSpPr>
          <p:cNvPr id="6" name="next-h">
            <a:extLst xmlns:a="http://schemas.openxmlformats.org/drawingml/2006/main">
              <a:ext uri="{FF2B5EF4-FFF2-40B4-BE49-F238E27FC236}">
                <a16:creationId xmlns:a16="http://schemas.microsoft.com/office/drawing/2014/main" id="{B507562E-ED2C-467A-87EE-67BD3F85EC17}"/>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次に確かめること</a:t>
            </a:r>
          </a:p>
        </p:txBody>
      </p:sp>
      <p:sp>
        <p:nvSpPr>
          <p:cNvPr id="7" name="next">
            <a:extLst xmlns:a="http://schemas.openxmlformats.org/drawingml/2006/main">
              <a:ext uri="{FF2B5EF4-FFF2-40B4-BE49-F238E27FC236}">
                <a16:creationId xmlns:a16="http://schemas.microsoft.com/office/drawing/2014/main" id="{067292AF-AB3B-4FC2-90CF-76E8F491593B}"/>
              </a:ext>
            </a:extLst>
          </p:cNvPr>
          <p:cNvSpPr>
            <a:spLocks xmlns:a="http://schemas.openxmlformats.org/drawingml/2006/main" noGrp="1"/>
          </p:cNvSpPr>
          <p:nvPr/>
        </p:nvSpPr>
        <p:spPr>
          <a:xfrm xmlns:a="http://schemas.openxmlformats.org/drawingml/2006/main">
            <a:off x="6572250" y="1952625"/>
            <a:ext cx="4953000" cy="2428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next-t">
            <a:extLst xmlns:a="http://schemas.openxmlformats.org/drawingml/2006/main">
              <a:ext uri="{FF2B5EF4-FFF2-40B4-BE49-F238E27FC236}">
                <a16:creationId xmlns:a16="http://schemas.microsoft.com/office/drawing/2014/main" id="{23412641-6A58-4F67-8AE1-8F23599A04C6}"/>
              </a:ext>
            </a:extLst>
          </p:cNvPr>
          <p:cNvSpPr>
            <a:spLocks xmlns:a="http://schemas.openxmlformats.org/drawingml/2006/main" noGrp="1"/>
          </p:cNvSpPr>
          <p:nvPr/>
        </p:nvSpPr>
        <p:spPr>
          <a:xfrm xmlns:a="http://schemas.openxmlformats.org/drawingml/2006/main">
            <a:off x="69056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・似た好みを統合すると安定するか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・同じ条件を繰り返して再現するか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・実ユーザでも編集量が減るか</a:t>
            </a:r>
          </a:p>
        </p:txBody>
      </p:sp>
      <p:sp>
        <p:nvSpPr>
          <p:cNvPr id="9" name="conclusion">
            <a:extLst xmlns:a="http://schemas.openxmlformats.org/drawingml/2006/main">
              <a:ext uri="{FF2B5EF4-FFF2-40B4-BE49-F238E27FC236}">
                <a16:creationId xmlns:a16="http://schemas.microsoft.com/office/drawing/2014/main" id="{CDD8C7B6-7EC7-422D-AC71-DA0E5E11C985}"/>
              </a:ext>
            </a:extLst>
          </p:cNvPr>
          <p:cNvSpPr>
            <a:spLocks xmlns:a="http://schemas.openxmlformats.org/drawingml/2006/main" noGrp="1"/>
          </p:cNvSpPr>
          <p:nvPr/>
        </p:nvSpPr>
        <p:spPr>
          <a:xfrm xmlns:a="http://schemas.openxmlformats.org/drawingml/2006/main">
            <a:off x="1238250" y="5095875"/>
            <a:ext cx="971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今回は有効性の証明ではなく、仕組みが動くことと改善すべき点を確認した予備実験</a:t>
            </a:r>
          </a:p>
        </p:txBody>
      </p:sp>
    </p:spTree>
    <p:extLst>
      <p:ext uri="{BB962C8B-B14F-4D97-AF65-F5344CB8AC3E}">
        <p14:creationId xmlns:p14="http://schemas.microsoft.com/office/powerpoint/2010/main" val="7785427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2026-08-16T13:02:14.3950000Z</dcterms:created>
  <dcterms:modified xsi:type="dcterms:W3CDTF">2026-08-16T13:02:14.3950000Z</dcterms:modified>
</coreProperties>
</file>