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0311bc188149e6" /><Relationship Type="http://schemas.openxmlformats.org/officeDocument/2006/relationships/extended-properties" Target="/docProps/app.xml" Id="R99231da0dd5847af" /><Relationship Type="http://schemas.openxmlformats.org/officeDocument/2006/relationships/officeDocument" Target="/ppt/presentation.xml" Id="R3c026418ffb94497" /></Relationships>
</file>

<file path=ppt/presentation.xml><?xml version="1.0" encoding="utf-8"?>
<p:presentation xmlns:p="http://schemas.openxmlformats.org/presentationml/2006/main">
  <p:sldMasterIdLst>
    <p:sldMasterId xmlns:r="http://schemas.openxmlformats.org/officeDocument/2006/relationships" id="2147483648" r:id="R2536a6921c6f4f41"/>
  </p:sldMasterIdLst>
  <p:notesMasterIdLst>
    <p:notesMasterId xmlns:r="http://schemas.openxmlformats.org/officeDocument/2006/relationships" r:id="R9086d7cd1aae486e"/>
  </p:notesMasterIdLst>
  <p:sldIdLst>
    <p:sldId xmlns:r="http://schemas.openxmlformats.org/officeDocument/2006/relationships" id="256" r:id="R1809de1f826d4a1b"/>
    <p:sldId xmlns:r="http://schemas.openxmlformats.org/officeDocument/2006/relationships" id="257" r:id="R38c374e624a04141"/>
    <p:sldId xmlns:r="http://schemas.openxmlformats.org/officeDocument/2006/relationships" id="258" r:id="Rc5256853bd0d4fb8"/>
    <p:sldId xmlns:r="http://schemas.openxmlformats.org/officeDocument/2006/relationships" id="259" r:id="R5b75ff06e2f8406f"/>
    <p:sldId xmlns:r="http://schemas.openxmlformats.org/officeDocument/2006/relationships" id="260" r:id="Rbdf7a8b939d24f30"/>
    <p:sldId xmlns:r="http://schemas.openxmlformats.org/officeDocument/2006/relationships" id="261" r:id="R88d784f21e1642aa"/>
    <p:sldId xmlns:r="http://schemas.openxmlformats.org/officeDocument/2006/relationships" id="262" r:id="Rd4c9a0c58914494b"/>
    <p:sldId xmlns:r="http://schemas.openxmlformats.org/officeDocument/2006/relationships" id="263" r:id="Rd09448832ad94d20"/>
    <p:sldId xmlns:r="http://schemas.openxmlformats.org/officeDocument/2006/relationships" id="264" r:id="Rad6268ed98cc48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b5090afb8a41f3" /><Relationship Type="http://schemas.openxmlformats.org/officeDocument/2006/relationships/slideMaster" Target="/ppt/slideMasters/slideMaster1.xml" Id="R2536a6921c6f4f41" /><Relationship Type="http://schemas.openxmlformats.org/officeDocument/2006/relationships/notesMaster" Target="/ppt/notesMasters/notesMaster1.xml" Id="R9086d7cd1aae486e" /><Relationship Type="http://schemas.openxmlformats.org/officeDocument/2006/relationships/presProps" Target="/ppt/presProps.xml" Id="R0e387cfcb7c6409e" /><Relationship Type="http://schemas.openxmlformats.org/officeDocument/2006/relationships/tableStyles" Target="/ppt/tableStyles.xml" Id="Rcb121f756043441b" /><Relationship Type="http://schemas.openxmlformats.org/officeDocument/2006/relationships/slide" Target="/ppt/slides/slide1.xml" Id="R1809de1f826d4a1b" /><Relationship Type="http://schemas.openxmlformats.org/officeDocument/2006/relationships/slide" Target="/ppt/slides/slide2.xml" Id="R38c374e624a04141" /><Relationship Type="http://schemas.openxmlformats.org/officeDocument/2006/relationships/slide" Target="/ppt/slides/slide3.xml" Id="Rc5256853bd0d4fb8" /><Relationship Type="http://schemas.openxmlformats.org/officeDocument/2006/relationships/slide" Target="/ppt/slides/slide4.xml" Id="R5b75ff06e2f8406f" /><Relationship Type="http://schemas.openxmlformats.org/officeDocument/2006/relationships/slide" Target="/ppt/slides/slide5.xml" Id="Rbdf7a8b939d24f30" /><Relationship Type="http://schemas.openxmlformats.org/officeDocument/2006/relationships/slide" Target="/ppt/slides/slide6.xml" Id="R88d784f21e1642aa" /><Relationship Type="http://schemas.openxmlformats.org/officeDocument/2006/relationships/slide" Target="/ppt/slides/slide7.xml" Id="Rd4c9a0c58914494b" /><Relationship Type="http://schemas.openxmlformats.org/officeDocument/2006/relationships/slide" Target="/ppt/slides/slide8.xml" Id="Rd09448832ad94d20" /><Relationship Type="http://schemas.openxmlformats.org/officeDocument/2006/relationships/slide" Target="/ppt/slides/slide9.xml" Id="Rad6268ed98cc48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57313888b146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37226abef246e0" /><Relationship Type="http://schemas.openxmlformats.org/officeDocument/2006/relationships/notesMaster" Target="/ppt/notesMasters/notesMaster1.xml" Id="Rbf07266c080a42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2f6a44ee544c7d" /><Relationship Type="http://schemas.openxmlformats.org/officeDocument/2006/relationships/notesMaster" Target="/ppt/notesMasters/notesMaster1.xml" Id="R9e00ac8b2baf48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2c3a471355495e" /><Relationship Type="http://schemas.openxmlformats.org/officeDocument/2006/relationships/notesMaster" Target="/ppt/notesMasters/notesMaster1.xml" Id="R01268981585f4f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d9234f524b4cd2" /><Relationship Type="http://schemas.openxmlformats.org/officeDocument/2006/relationships/notesMaster" Target="/ppt/notesMasters/notesMaster1.xml" Id="R251c84bd222749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e65bfe962441bb" /><Relationship Type="http://schemas.openxmlformats.org/officeDocument/2006/relationships/notesMaster" Target="/ppt/notesMasters/notesMaster1.xml" Id="Ra1622a2beb7e40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67d73eb79d40b6" /><Relationship Type="http://schemas.openxmlformats.org/officeDocument/2006/relationships/notesMaster" Target="/ppt/notesMasters/notesMaster1.xml" Id="Rc508f4f42c8949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02b79349864c61" /><Relationship Type="http://schemas.openxmlformats.org/officeDocument/2006/relationships/notesMaster" Target="/ppt/notesMasters/notesMaster1.xml" Id="Rfb017580720b42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4958a4cae14234" /><Relationship Type="http://schemas.openxmlformats.org/officeDocument/2006/relationships/notesMaster" Target="/ppt/notesMasters/notesMaster1.xml" Id="Recbe129a807640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2dda7893514dde" /><Relationship Type="http://schemas.openxmlformats.org/officeDocument/2006/relationships/notesMaster" Target="/ppt/notesMasters/notesMaster1.xml" Id="R5947fbe4a7f448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1回目は学習用です。2回目と3回目で、好みを使わない条件と使う条件を比較しました。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編集負担は実時間や心理的負担ではなく、正規化したトークン編集量です。値が小さいほど、生成時点で完成形に近いと解釈します。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8対応比較のうち、相対値を計算できた7比較を示しています。平均32.1%減は便宜的な値で、反復なしのため確定的な効果量として扱いません。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b4e121f3c24b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84b14a0e1a4ca4" /><Relationship Type="http://schemas.openxmlformats.org/officeDocument/2006/relationships/slideLayout" Target="/ppt/slideLayouts/slideLayout1.xml" Id="R124d15912d0a4b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4d15912d0a4b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1f53d4b166472d" /><Relationship Type="http://schemas.openxmlformats.org/officeDocument/2006/relationships/notesSlide" Target="/ppt/notesSlides/notesSlide1.xml" Id="R4e5e460fe97b48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54413f4d75458a" /><Relationship Type="http://schemas.openxmlformats.org/officeDocument/2006/relationships/notesSlide" Target="/ppt/notesSlides/notesSlide2.xml" Id="Rd09757ebb1c542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ce8137f52b4e08" /><Relationship Type="http://schemas.openxmlformats.org/officeDocument/2006/relationships/notesSlide" Target="/ppt/notesSlides/notesSlide3.xml" Id="Rec76be8548d740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bc187fa10a4719" /><Relationship Type="http://schemas.openxmlformats.org/officeDocument/2006/relationships/notesSlide" Target="/ppt/notesSlides/notesSlide4.xml" Id="R382fd4a34fb04f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187ef33fee424e" /><Relationship Type="http://schemas.openxmlformats.org/officeDocument/2006/relationships/notesSlide" Target="/ppt/notesSlides/notesSlide5.xml" Id="Rff1c701d047846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70768d12654702" /><Relationship Type="http://schemas.openxmlformats.org/officeDocument/2006/relationships/chart" Target="/ppt/slides/charts/chart1.xml" Id="Rb6171b06e58d47c2" /><Relationship Type="http://schemas.openxmlformats.org/officeDocument/2006/relationships/notesSlide" Target="/ppt/notesSlides/notesSlide6.xml" Id="R09fe2c5929f146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1ecd02664043d1" /><Relationship Type="http://schemas.openxmlformats.org/officeDocument/2006/relationships/notesSlide" Target="/ppt/notesSlides/notesSlide7.xml" Id="Rb49d05ca919f4a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2fa74419044063" /><Relationship Type="http://schemas.openxmlformats.org/officeDocument/2006/relationships/notesSlide" Target="/ppt/notesSlides/notesSlide8.xml" Id="Rf43a1c5fc7374a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da4df4aa494725" /><Relationship Type="http://schemas.openxmlformats.org/officeDocument/2006/relationships/notesSlide" Target="/ppt/notesSlides/notesSlide9.xml" Id="R4155a3c8b2b241d1" /></Relationships>
</file>

<file path=ppt/slides/charts/chart1.xml><?xml version="1.0" encoding="utf-8"?>
<c:chartSpace xmlns:c="http://schemas.openxmlformats.org/drawingml/2006/chart">
  <c:lang val="en-US"/>
  <c:chart>
    <c:plotArea>
      <c:barChart>
        <c:barDir val="col"/>
        <c:grouping val="clustered"/>
        <c:varyColors val="0"/>
        <c:ser>
          <c:idx val="0"/>
          <c:order val="0"/>
          <c:tx>
            <c:v>編集負担の変化（%）</c:v>
          </c:tx>
          <c:spPr>
            <a:solidFill xmlns:a="http://schemas.openxmlformats.org/drawingml/2006/main">
              <a:srgbClr val="3D8DFF"/>
            </a:solidFill>
          </c:spPr>
          <c:invertIfNegative val="0"/>
          <c:cat>
            <c:strLit>
              <c:ptCount val="7"/>
              <c:pt idx="0">
                <c:v>定義②</c:v>
              </c:pt>
              <c:pt idx="1">
                <c:v>定義③</c:v>
              </c:pt>
              <c:pt idx="2">
                <c:v>具体例②</c:v>
              </c:pt>
              <c:pt idx="3">
                <c:v>具体例③</c:v>
              </c:pt>
              <c:pt idx="4">
                <c:v>結論②</c:v>
              </c:pt>
              <c:pt idx="5">
                <c:v>簡潔②</c:v>
              </c:pt>
              <c:pt idx="6">
                <c:v>簡潔③</c:v>
              </c:pt>
            </c:strLit>
          </c:cat>
          <c:val>
            <c:numLit>
              <c:formatCode>General</c:formatCode>
              <c:ptCount val="7"/>
              <c:pt idx="0">
                <c:v>55.2</c:v>
              </c:pt>
              <c:pt idx="1">
                <c:v>27.3</c:v>
              </c:pt>
              <c:pt idx="2">
                <c:v>22.8</c:v>
              </c:pt>
              <c:pt idx="3">
                <c:v>-23.9</c:v>
              </c:pt>
              <c:pt idx="4">
                <c:v>100</c:v>
              </c:pt>
              <c:pt idx="5">
                <c:v>48.2</c:v>
              </c:pt>
              <c:pt idx="6">
                <c:v>27</c:v>
              </c:pt>
            </c:numLit>
          </c:val>
        </c:ser>
        <c:dLbls>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11111"/>
                </a:solidFill>
                <a:latin typeface="Helvetica Neue"/>
                <a:ea typeface="Helvetica Neue"/>
                <a:cs typeface="Helvetica Neue"/>
              </a:defRPr>
            </a:pPr>
          </a:p>
        </c:txPr>
        <c:crossAx val="48672768"/>
      </c:catAx>
      <c:valAx>
        <c:axId val="48672768"/>
        <c:scaling>
          <c:orientation val="minMax"/>
          <c:max val="110"/>
          <c:min val="-4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5"/>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1D0F0BF8-F7B9-49B3-AE86-D84617B5ACF6}"/>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66F9A9D2-6C36-4DB7-B6C9-3D9C02249F17}"/>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A9D652B8-B274-44BC-B1F1-29AA4BD8520D}"/>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812838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4CA04454-4684-4559-8A21-CE16860F772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5EFACAE0-7DE1-42F8-AC51-60024F3F771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0A5059E2-C2C9-49CE-BADD-2494DBE88BC2}"/>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BC60A376-DE8D-4EED-A6EB-8252CBAF1F17}"/>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34446CF3-BCD5-44FF-9C30-472A8F4CC7DC}"/>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4A61D4E6-C4B0-4D13-8D45-99EABF051790}"/>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70936850-4FA5-49E7-BA7A-FD8DBE370401}"/>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F3C60EE0-3A0E-4DF2-85E3-9C9F0E1F02C3}"/>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28CF67F4-9959-4BE7-B597-20C6B6601DF8}"/>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5756A9B8-E260-4ACD-85C6-4A81A776342D}"/>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010156A3-1C7D-4072-93A8-8DD6264B82A8}"/>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D62634AA-2DCF-4D8C-82A0-B40380273636}"/>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9826BA04-7575-4DBF-8A7B-963D6749D5FA}"/>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31675253-00BC-455A-ABB3-A852523A5F0E}"/>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A2889287-2E45-4E27-9263-621AE49EE4E3}"/>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966A6E73-957A-4B0E-AA83-85EF1340C3AE}"/>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F50B214F-4791-4338-BDD1-07EE420A802D}"/>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FAFE0DD1-6636-42E2-92C0-2656BA3C9F4C}"/>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10797549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02414106-EBDA-4F03-B9E9-4998AF3931E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4種類の好みを、3回の連続利用で調べた</a:t>
            </a:r>
          </a:p>
        </p:txBody>
      </p:sp>
      <p:sp>
        <p:nvSpPr>
          <p:cNvPr id="2" name="page-3">
            <a:extLst xmlns:a="http://schemas.openxmlformats.org/drawingml/2006/main">
              <a:ext uri="{FF2B5EF4-FFF2-40B4-BE49-F238E27FC236}">
                <a16:creationId xmlns:a16="http://schemas.microsoft.com/office/drawing/2014/main" id="{EABE126F-2452-4EA4-B0D0-B55BA717808A}"/>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p-0">
            <a:extLst xmlns:a="http://schemas.openxmlformats.org/drawingml/2006/main">
              <a:ext uri="{FF2B5EF4-FFF2-40B4-BE49-F238E27FC236}">
                <a16:creationId xmlns:a16="http://schemas.microsoft.com/office/drawing/2014/main" id="{F6C6CCF5-8105-489F-9813-C95B974A76C8}"/>
              </a:ext>
            </a:extLst>
          </p:cNvPr>
          <p:cNvSpPr>
            <a:spLocks xmlns:a="http://schemas.openxmlformats.org/drawingml/2006/main" noGrp="1"/>
          </p:cNvSpPr>
          <p:nvPr/>
        </p:nvSpPr>
        <p:spPr>
          <a:xfrm xmlns:a="http://schemas.openxmlformats.org/drawingml/2006/main">
            <a:off x="5715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定義を補う</a:t>
            </a:r>
          </a:p>
        </p:txBody>
      </p:sp>
      <p:sp>
        <p:nvSpPr>
          <p:cNvPr id="4" name="pr-0">
            <a:extLst xmlns:a="http://schemas.openxmlformats.org/drawingml/2006/main">
              <a:ext uri="{FF2B5EF4-FFF2-40B4-BE49-F238E27FC236}">
                <a16:creationId xmlns:a16="http://schemas.microsoft.com/office/drawing/2014/main" id="{68D4EEE3-A0FF-4E87-9E2A-6A47C27571CB}"/>
              </a:ext>
            </a:extLst>
          </p:cNvPr>
          <p:cNvSpPr>
            <a:spLocks xmlns:a="http://schemas.openxmlformats.org/drawingml/2006/main" noGrp="1"/>
          </p:cNvSpPr>
          <p:nvPr/>
        </p:nvSpPr>
        <p:spPr>
          <a:xfrm xmlns:a="http://schemas.openxmlformats.org/drawingml/2006/main">
            <a:off x="571500" y="1905000"/>
            <a:ext cx="2238375"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p-1">
            <a:extLst xmlns:a="http://schemas.openxmlformats.org/drawingml/2006/main">
              <a:ext uri="{FF2B5EF4-FFF2-40B4-BE49-F238E27FC236}">
                <a16:creationId xmlns:a16="http://schemas.microsoft.com/office/drawing/2014/main" id="{F6CA908F-2756-4997-8B0F-988138476EAF}"/>
              </a:ext>
            </a:extLst>
          </p:cNvPr>
          <p:cNvSpPr>
            <a:spLocks xmlns:a="http://schemas.openxmlformats.org/drawingml/2006/main" noGrp="1"/>
          </p:cNvSpPr>
          <p:nvPr/>
        </p:nvSpPr>
        <p:spPr>
          <a:xfrm xmlns:a="http://schemas.openxmlformats.org/drawingml/2006/main">
            <a:off x="34290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具体例を加える</a:t>
            </a:r>
          </a:p>
        </p:txBody>
      </p:sp>
      <p:sp>
        <p:nvSpPr>
          <p:cNvPr id="6" name="pr-1">
            <a:extLst xmlns:a="http://schemas.openxmlformats.org/drawingml/2006/main">
              <a:ext uri="{FF2B5EF4-FFF2-40B4-BE49-F238E27FC236}">
                <a16:creationId xmlns:a16="http://schemas.microsoft.com/office/drawing/2014/main" id="{D40AE058-780A-4613-BFA3-7FBAE177F695}"/>
              </a:ext>
            </a:extLst>
          </p:cNvPr>
          <p:cNvSpPr>
            <a:spLocks xmlns:a="http://schemas.openxmlformats.org/drawingml/2006/main" noGrp="1"/>
          </p:cNvSpPr>
          <p:nvPr/>
        </p:nvSpPr>
        <p:spPr>
          <a:xfrm xmlns:a="http://schemas.openxmlformats.org/drawingml/2006/main">
            <a:off x="3429000" y="1905000"/>
            <a:ext cx="2238375"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p-2">
            <a:extLst xmlns:a="http://schemas.openxmlformats.org/drawingml/2006/main">
              <a:ext uri="{FF2B5EF4-FFF2-40B4-BE49-F238E27FC236}">
                <a16:creationId xmlns:a16="http://schemas.microsoft.com/office/drawing/2014/main" id="{F792C913-EC25-4717-9C79-85DB2A985994}"/>
              </a:ext>
            </a:extLst>
          </p:cNvPr>
          <p:cNvSpPr>
            <a:spLocks xmlns:a="http://schemas.openxmlformats.org/drawingml/2006/main" noGrp="1"/>
          </p:cNvSpPr>
          <p:nvPr/>
        </p:nvSpPr>
        <p:spPr>
          <a:xfrm xmlns:a="http://schemas.openxmlformats.org/drawingml/2006/main">
            <a:off x="62865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結論から話す</a:t>
            </a:r>
          </a:p>
        </p:txBody>
      </p:sp>
      <p:sp>
        <p:nvSpPr>
          <p:cNvPr id="8" name="pr-2">
            <a:extLst xmlns:a="http://schemas.openxmlformats.org/drawingml/2006/main">
              <a:ext uri="{FF2B5EF4-FFF2-40B4-BE49-F238E27FC236}">
                <a16:creationId xmlns:a16="http://schemas.microsoft.com/office/drawing/2014/main" id="{D4B724EB-4098-4A48-AC33-4336E945DD5E}"/>
              </a:ext>
            </a:extLst>
          </p:cNvPr>
          <p:cNvSpPr>
            <a:spLocks xmlns:a="http://schemas.openxmlformats.org/drawingml/2006/main" noGrp="1"/>
          </p:cNvSpPr>
          <p:nvPr/>
        </p:nvSpPr>
        <p:spPr>
          <a:xfrm xmlns:a="http://schemas.openxmlformats.org/drawingml/2006/main">
            <a:off x="6286500" y="1905000"/>
            <a:ext cx="2238375"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p-3">
            <a:extLst xmlns:a="http://schemas.openxmlformats.org/drawingml/2006/main">
              <a:ext uri="{FF2B5EF4-FFF2-40B4-BE49-F238E27FC236}">
                <a16:creationId xmlns:a16="http://schemas.microsoft.com/office/drawing/2014/main" id="{F61AD0A7-8C37-4C1A-A87E-054D2E4F3E46}"/>
              </a:ext>
            </a:extLst>
          </p:cNvPr>
          <p:cNvSpPr>
            <a:spLocks xmlns:a="http://schemas.openxmlformats.org/drawingml/2006/main" noGrp="1"/>
          </p:cNvSpPr>
          <p:nvPr/>
        </p:nvSpPr>
        <p:spPr>
          <a:xfrm xmlns:a="http://schemas.openxmlformats.org/drawingml/2006/main">
            <a:off x="91440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簡潔にする</a:t>
            </a:r>
          </a:p>
        </p:txBody>
      </p:sp>
      <p:sp>
        <p:nvSpPr>
          <p:cNvPr id="10" name="pr-3">
            <a:extLst xmlns:a="http://schemas.openxmlformats.org/drawingml/2006/main">
              <a:ext uri="{FF2B5EF4-FFF2-40B4-BE49-F238E27FC236}">
                <a16:creationId xmlns:a16="http://schemas.microsoft.com/office/drawing/2014/main" id="{351495EE-2FFC-4A92-A61B-2D6DD6097F96}"/>
              </a:ext>
            </a:extLst>
          </p:cNvPr>
          <p:cNvSpPr>
            <a:spLocks xmlns:a="http://schemas.openxmlformats.org/drawingml/2006/main" noGrp="1"/>
          </p:cNvSpPr>
          <p:nvPr/>
        </p:nvSpPr>
        <p:spPr>
          <a:xfrm xmlns:a="http://schemas.openxmlformats.org/drawingml/2006/main">
            <a:off x="9144000" y="1905000"/>
            <a:ext cx="2238375"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rh-0">
            <a:extLst xmlns:a="http://schemas.openxmlformats.org/drawingml/2006/main">
              <a:ext uri="{FF2B5EF4-FFF2-40B4-BE49-F238E27FC236}">
                <a16:creationId xmlns:a16="http://schemas.microsoft.com/office/drawing/2014/main" id="{37329BB7-A8D8-41D5-AEE1-386685A85226}"/>
              </a:ext>
            </a:extLst>
          </p:cNvPr>
          <p:cNvSpPr>
            <a:spLocks xmlns:a="http://schemas.openxmlformats.org/drawingml/2006/main" noGrp="1"/>
          </p:cNvSpPr>
          <p:nvPr/>
        </p:nvSpPr>
        <p:spPr>
          <a:xfrm xmlns:a="http://schemas.openxmlformats.org/drawingml/2006/main">
            <a:off x="619125" y="26670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2" name="rb-0">
            <a:extLst xmlns:a="http://schemas.openxmlformats.org/drawingml/2006/main">
              <a:ext uri="{FF2B5EF4-FFF2-40B4-BE49-F238E27FC236}">
                <a16:creationId xmlns:a16="http://schemas.microsoft.com/office/drawing/2014/main" id="{5B9A5605-732B-42CE-B77E-38A0AB324C54}"/>
              </a:ext>
            </a:extLst>
          </p:cNvPr>
          <p:cNvSpPr>
            <a:spLocks xmlns:a="http://schemas.openxmlformats.org/drawingml/2006/main" noGrp="1"/>
          </p:cNvSpPr>
          <p:nvPr/>
        </p:nvSpPr>
        <p:spPr>
          <a:xfrm xmlns:a="http://schemas.openxmlformats.org/drawingml/2006/main">
            <a:off x="619125" y="3238500"/>
            <a:ext cx="295275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rt-0">
            <a:extLst xmlns:a="http://schemas.openxmlformats.org/drawingml/2006/main">
              <a:ext uri="{FF2B5EF4-FFF2-40B4-BE49-F238E27FC236}">
                <a16:creationId xmlns:a16="http://schemas.microsoft.com/office/drawing/2014/main" id="{26626817-7EEC-47ED-9DF9-34CAA31B42B5}"/>
              </a:ext>
            </a:extLst>
          </p:cNvPr>
          <p:cNvSpPr>
            <a:spLocks xmlns:a="http://schemas.openxmlformats.org/drawingml/2006/main" noGrp="1"/>
          </p:cNvSpPr>
          <p:nvPr/>
        </p:nvSpPr>
        <p:spPr>
          <a:xfrm xmlns:a="http://schemas.openxmlformats.org/drawingml/2006/main">
            <a:off x="885825" y="3524250"/>
            <a:ext cx="2428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好みなしで生成</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編集履歴を1件作る</a:t>
            </a:r>
          </a:p>
        </p:txBody>
      </p:sp>
      <p:sp>
        <p:nvSpPr>
          <p:cNvPr id="14" name="ra-0">
            <a:extLst xmlns:a="http://schemas.openxmlformats.org/drawingml/2006/main">
              <a:ext uri="{FF2B5EF4-FFF2-40B4-BE49-F238E27FC236}">
                <a16:creationId xmlns:a16="http://schemas.microsoft.com/office/drawing/2014/main" id="{F89F955C-669A-4610-ABF0-C987B5BB6BED}"/>
              </a:ext>
            </a:extLst>
          </p:cNvPr>
          <p:cNvSpPr>
            <a:spLocks xmlns:a="http://schemas.openxmlformats.org/drawingml/2006/main" noGrp="1"/>
          </p:cNvSpPr>
          <p:nvPr/>
        </p:nvSpPr>
        <p:spPr>
          <a:xfrm xmlns:a="http://schemas.openxmlformats.org/drawingml/2006/main">
            <a:off x="3571875" y="4095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rh-1">
            <a:extLst xmlns:a="http://schemas.openxmlformats.org/drawingml/2006/main">
              <a:ext uri="{FF2B5EF4-FFF2-40B4-BE49-F238E27FC236}">
                <a16:creationId xmlns:a16="http://schemas.microsoft.com/office/drawing/2014/main" id="{E762EF7A-2F31-4FB5-82E9-FF2D07E5D14A}"/>
              </a:ext>
            </a:extLst>
          </p:cNvPr>
          <p:cNvSpPr>
            <a:spLocks xmlns:a="http://schemas.openxmlformats.org/drawingml/2006/main" noGrp="1"/>
          </p:cNvSpPr>
          <p:nvPr/>
        </p:nvSpPr>
        <p:spPr>
          <a:xfrm xmlns:a="http://schemas.openxmlformats.org/drawingml/2006/main">
            <a:off x="4095750" y="26670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6" name="rb-1">
            <a:extLst xmlns:a="http://schemas.openxmlformats.org/drawingml/2006/main">
              <a:ext uri="{FF2B5EF4-FFF2-40B4-BE49-F238E27FC236}">
                <a16:creationId xmlns:a16="http://schemas.microsoft.com/office/drawing/2014/main" id="{43F299EE-84B8-4B2C-9348-2FEA3CE6C3CC}"/>
              </a:ext>
            </a:extLst>
          </p:cNvPr>
          <p:cNvSpPr>
            <a:spLocks xmlns:a="http://schemas.openxmlformats.org/drawingml/2006/main" noGrp="1"/>
          </p:cNvSpPr>
          <p:nvPr/>
        </p:nvSpPr>
        <p:spPr>
          <a:xfrm xmlns:a="http://schemas.openxmlformats.org/drawingml/2006/main">
            <a:off x="4095750" y="3238500"/>
            <a:ext cx="29527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rt-1">
            <a:extLst xmlns:a="http://schemas.openxmlformats.org/drawingml/2006/main">
              <a:ext uri="{FF2B5EF4-FFF2-40B4-BE49-F238E27FC236}">
                <a16:creationId xmlns:a16="http://schemas.microsoft.com/office/drawing/2014/main" id="{70B6260F-B475-4624-9095-472BE1665AB4}"/>
              </a:ext>
            </a:extLst>
          </p:cNvPr>
          <p:cNvSpPr>
            <a:spLocks xmlns:a="http://schemas.openxmlformats.org/drawingml/2006/main" noGrp="1"/>
          </p:cNvSpPr>
          <p:nvPr/>
        </p:nvSpPr>
        <p:spPr>
          <a:xfrm xmlns:a="http://schemas.openxmlformats.org/drawingml/2006/main">
            <a:off x="4362450" y="3524250"/>
            <a:ext cx="2428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好みなし／好みあり</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を同じ教材で比較</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履歴を追加</a:t>
            </a:r>
          </a:p>
        </p:txBody>
      </p:sp>
      <p:sp>
        <p:nvSpPr>
          <p:cNvPr id="18" name="ra-1">
            <a:extLst xmlns:a="http://schemas.openxmlformats.org/drawingml/2006/main">
              <a:ext uri="{FF2B5EF4-FFF2-40B4-BE49-F238E27FC236}">
                <a16:creationId xmlns:a16="http://schemas.microsoft.com/office/drawing/2014/main" id="{B07FCF3D-DF8F-478A-B821-D8A309446918}"/>
              </a:ext>
            </a:extLst>
          </p:cNvPr>
          <p:cNvSpPr>
            <a:spLocks xmlns:a="http://schemas.openxmlformats.org/drawingml/2006/main" noGrp="1"/>
          </p:cNvSpPr>
          <p:nvPr/>
        </p:nvSpPr>
        <p:spPr>
          <a:xfrm xmlns:a="http://schemas.openxmlformats.org/drawingml/2006/main">
            <a:off x="7048500" y="4095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rh-2">
            <a:extLst xmlns:a="http://schemas.openxmlformats.org/drawingml/2006/main">
              <a:ext uri="{FF2B5EF4-FFF2-40B4-BE49-F238E27FC236}">
                <a16:creationId xmlns:a16="http://schemas.microsoft.com/office/drawing/2014/main" id="{455FDF34-4527-43F3-9B2F-40E1526EF699}"/>
              </a:ext>
            </a:extLst>
          </p:cNvPr>
          <p:cNvSpPr>
            <a:spLocks xmlns:a="http://schemas.openxmlformats.org/drawingml/2006/main" noGrp="1"/>
          </p:cNvSpPr>
          <p:nvPr/>
        </p:nvSpPr>
        <p:spPr>
          <a:xfrm xmlns:a="http://schemas.openxmlformats.org/drawingml/2006/main">
            <a:off x="7572375" y="26670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20" name="rb-2">
            <a:extLst xmlns:a="http://schemas.openxmlformats.org/drawingml/2006/main">
              <a:ext uri="{FF2B5EF4-FFF2-40B4-BE49-F238E27FC236}">
                <a16:creationId xmlns:a16="http://schemas.microsoft.com/office/drawing/2014/main" id="{4CC70BFD-7D82-4D37-B33B-2DAB1EB4AF83}"/>
              </a:ext>
            </a:extLst>
          </p:cNvPr>
          <p:cNvSpPr>
            <a:spLocks xmlns:a="http://schemas.openxmlformats.org/drawingml/2006/main" noGrp="1"/>
          </p:cNvSpPr>
          <p:nvPr/>
        </p:nvSpPr>
        <p:spPr>
          <a:xfrm xmlns:a="http://schemas.openxmlformats.org/drawingml/2006/main">
            <a:off x="7572375" y="3238500"/>
            <a:ext cx="29527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1" name="rt-2">
            <a:extLst xmlns:a="http://schemas.openxmlformats.org/drawingml/2006/main">
              <a:ext uri="{FF2B5EF4-FFF2-40B4-BE49-F238E27FC236}">
                <a16:creationId xmlns:a16="http://schemas.microsoft.com/office/drawing/2014/main" id="{12D67F25-3193-419D-BA5C-22DDD6F066BC}"/>
              </a:ext>
            </a:extLst>
          </p:cNvPr>
          <p:cNvSpPr>
            <a:spLocks xmlns:a="http://schemas.openxmlformats.org/drawingml/2006/main" noGrp="1"/>
          </p:cNvSpPr>
          <p:nvPr/>
        </p:nvSpPr>
        <p:spPr>
          <a:xfrm xmlns:a="http://schemas.openxmlformats.org/drawingml/2006/main">
            <a:off x="7839075" y="3524250"/>
            <a:ext cx="2428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好みなし／好みあり</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を同じ教材で比較</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履歴蓄積後を確認</a:t>
            </a:r>
          </a:p>
        </p:txBody>
      </p:sp>
      <p:sp>
        <p:nvSpPr>
          <p:cNvPr id="22" name="cond">
            <a:extLst xmlns:a="http://schemas.openxmlformats.org/drawingml/2006/main">
              <a:ext uri="{FF2B5EF4-FFF2-40B4-BE49-F238E27FC236}">
                <a16:creationId xmlns:a16="http://schemas.microsoft.com/office/drawing/2014/main" id="{346D3B11-009B-45DC-9717-E6F057EF3715}"/>
              </a:ext>
            </a:extLst>
          </p:cNvPr>
          <p:cNvSpPr>
            <a:spLocks xmlns:a="http://schemas.openxmlformats.org/drawingml/2006/main" noGrp="1"/>
          </p:cNvSpPr>
          <p:nvPr/>
        </p:nvSpPr>
        <p:spPr>
          <a:xfrm xmlns:a="http://schemas.openxmlformats.org/drawingml/2006/main">
            <a:off x="2047875" y="55245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教材はデータベース・セキュリティ・機械学習（各3スライド）</a:t>
            </a:r>
          </a:p>
        </p:txBody>
      </p:sp>
    </p:spTree>
    <p:extLst>
      <p:ext uri="{BB962C8B-B14F-4D97-AF65-F5344CB8AC3E}">
        <p14:creationId xmlns:p14="http://schemas.microsoft.com/office/powerpoint/2010/main" val="11501451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DEC73B3C-750D-43E5-91DF-6911AC3D9FB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26B7CA71-C0B3-49FA-B522-09DFC0CFB42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A5E62E55-6ADA-4124-82F1-4BBA51835C93}"/>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91C4688B-DE9A-43DF-96A6-07DE5408D50C}"/>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9B5C4030-4311-4592-898D-70F50BE75FA3}"/>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FEB1BB39-1DF0-4F09-9C1B-60F9E925D41B}"/>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E4E8EAB9-42EC-479E-AE92-0A4E69A1316F}"/>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A3D4E38B-EEAA-4745-BB7B-3CE30EDB2E69}"/>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5AB2C1F3-2DE3-4BE1-A865-48A8CE7AA09F}"/>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BBD6DF3A-82B7-4E9F-9BC7-C597D42465BB}"/>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664421EB-6B63-452C-A696-F82EB3AB3BE5}"/>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2FA380F6-3ED3-4ACE-B53B-3BBE2EE2DEC7}"/>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20612252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B856E595-5779-458C-A5FF-9CA60FB2C2FA}"/>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編集負担 ＝ 完成形までに必要な変更量</a:t>
            </a:r>
          </a:p>
        </p:txBody>
      </p:sp>
      <p:sp>
        <p:nvSpPr>
          <p:cNvPr id="2" name="page-5">
            <a:extLst xmlns:a="http://schemas.openxmlformats.org/drawingml/2006/main">
              <a:ext uri="{FF2B5EF4-FFF2-40B4-BE49-F238E27FC236}">
                <a16:creationId xmlns:a16="http://schemas.microsoft.com/office/drawing/2014/main" id="{B904F203-3463-4EBD-9579-1D53F12EED6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
            <a:extLst xmlns:a="http://schemas.openxmlformats.org/drawingml/2006/main">
              <a:ext uri="{FF2B5EF4-FFF2-40B4-BE49-F238E27FC236}">
                <a16:creationId xmlns:a16="http://schemas.microsoft.com/office/drawing/2014/main" id="{EC7CE813-2089-4FA3-B295-34821CBCB31C}"/>
              </a:ext>
            </a:extLst>
          </p:cNvPr>
          <p:cNvSpPr>
            <a:spLocks xmlns:a="http://schemas.openxmlformats.org/drawingml/2006/main" noGrp="1"/>
          </p:cNvSpPr>
          <p:nvPr/>
        </p:nvSpPr>
        <p:spPr>
          <a:xfrm xmlns:a="http://schemas.openxmlformats.org/drawingml/2006/main">
            <a:off x="1238250" y="1285875"/>
            <a:ext cx="9715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生成された台本を、好みに合う完成形へ直すまでに</a:t>
            </a:r>
          </a:p>
          <a:p xmlns:a="http://schemas.openxmlformats.org/drawingml/2006/main">
            <a:pPr algn="ctr">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どれだけ語句の追加・削除・置換が必要だったか</a:t>
            </a:r>
          </a:p>
        </p:txBody>
      </p:sp>
      <p:sp>
        <p:nvSpPr>
          <p:cNvPr id="4" name="scale">
            <a:extLst xmlns:a="http://schemas.openxmlformats.org/drawingml/2006/main">
              <a:ext uri="{FF2B5EF4-FFF2-40B4-BE49-F238E27FC236}">
                <a16:creationId xmlns:a16="http://schemas.microsoft.com/office/drawing/2014/main" id="{65CF1F6F-94C6-423D-ABE8-1CF675543BD0}"/>
              </a:ext>
            </a:extLst>
          </p:cNvPr>
          <p:cNvSpPr>
            <a:spLocks xmlns:a="http://schemas.openxmlformats.org/drawingml/2006/main" noGrp="1"/>
          </p:cNvSpPr>
          <p:nvPr/>
        </p:nvSpPr>
        <p:spPr>
          <a:xfrm xmlns:a="http://schemas.openxmlformats.org/drawingml/2006/main">
            <a:off x="1428750" y="2714625"/>
            <a:ext cx="9334500" cy="171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scale-blue">
            <a:extLst xmlns:a="http://schemas.openxmlformats.org/drawingml/2006/main">
              <a:ext uri="{FF2B5EF4-FFF2-40B4-BE49-F238E27FC236}">
                <a16:creationId xmlns:a16="http://schemas.microsoft.com/office/drawing/2014/main" id="{96653321-91FF-47CA-AA52-ECD2ED3FCBEA}"/>
              </a:ext>
            </a:extLst>
          </p:cNvPr>
          <p:cNvSpPr>
            <a:spLocks xmlns:a="http://schemas.openxmlformats.org/drawingml/2006/main" noGrp="1"/>
          </p:cNvSpPr>
          <p:nvPr/>
        </p:nvSpPr>
        <p:spPr>
          <a:xfrm xmlns:a="http://schemas.openxmlformats.org/drawingml/2006/main">
            <a:off x="1428750" y="2628900"/>
            <a:ext cx="95250" cy="3429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zero">
            <a:extLst xmlns:a="http://schemas.openxmlformats.org/drawingml/2006/main">
              <a:ext uri="{FF2B5EF4-FFF2-40B4-BE49-F238E27FC236}">
                <a16:creationId xmlns:a16="http://schemas.microsoft.com/office/drawing/2014/main" id="{CE000B9B-91E5-4738-8616-2516F7E4F911}"/>
              </a:ext>
            </a:extLst>
          </p:cNvPr>
          <p:cNvSpPr>
            <a:spLocks xmlns:a="http://schemas.openxmlformats.org/drawingml/2006/main" noGrp="1"/>
          </p:cNvSpPr>
          <p:nvPr/>
        </p:nvSpPr>
        <p:spPr>
          <a:xfrm xmlns:a="http://schemas.openxmlformats.org/drawingml/2006/main">
            <a:off x="1190625" y="3095625"/>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0</a:t>
            </a:r>
          </a:p>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編集不要</a:t>
            </a:r>
          </a:p>
        </p:txBody>
      </p:sp>
      <p:sp>
        <p:nvSpPr>
          <p:cNvPr id="7" name="high">
            <a:extLst xmlns:a="http://schemas.openxmlformats.org/drawingml/2006/main">
              <a:ext uri="{FF2B5EF4-FFF2-40B4-BE49-F238E27FC236}">
                <a16:creationId xmlns:a16="http://schemas.microsoft.com/office/drawing/2014/main" id="{36E4853F-94EC-4612-8177-B9716336EEEC}"/>
              </a:ext>
            </a:extLst>
          </p:cNvPr>
          <p:cNvSpPr>
            <a:spLocks xmlns:a="http://schemas.openxmlformats.org/drawingml/2006/main" noGrp="1"/>
          </p:cNvSpPr>
          <p:nvPr/>
        </p:nvSpPr>
        <p:spPr>
          <a:xfrm xmlns:a="http://schemas.openxmlformats.org/drawingml/2006/main">
            <a:off x="9334500" y="309562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大きい</a:t>
            </a:r>
          </a:p>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多くの修正が必要</a:t>
            </a:r>
          </a:p>
        </p:txBody>
      </p:sp>
      <p:sp>
        <p:nvSpPr>
          <p:cNvPr id="8" name="calc-h">
            <a:extLst xmlns:a="http://schemas.openxmlformats.org/drawingml/2006/main">
              <a:ext uri="{FF2B5EF4-FFF2-40B4-BE49-F238E27FC236}">
                <a16:creationId xmlns:a16="http://schemas.microsoft.com/office/drawing/2014/main" id="{4DFCD6AB-3E7B-4E13-8094-377DBE9DAD6E}"/>
              </a:ext>
            </a:extLst>
          </p:cNvPr>
          <p:cNvSpPr>
            <a:spLocks xmlns:a="http://schemas.openxmlformats.org/drawingml/2006/main" noGrp="1"/>
          </p:cNvSpPr>
          <p:nvPr/>
        </p:nvSpPr>
        <p:spPr>
          <a:xfrm xmlns:a="http://schemas.openxmlformats.org/drawingml/2006/main">
            <a:off x="762000" y="41910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計算方法</a:t>
            </a:r>
          </a:p>
        </p:txBody>
      </p:sp>
      <p:sp>
        <p:nvSpPr>
          <p:cNvPr id="9" name="calc">
            <a:extLst xmlns:a="http://schemas.openxmlformats.org/drawingml/2006/main">
              <a:ext uri="{FF2B5EF4-FFF2-40B4-BE49-F238E27FC236}">
                <a16:creationId xmlns:a16="http://schemas.microsoft.com/office/drawing/2014/main" id="{07EC396B-8D47-4021-B075-7EED2AF3094F}"/>
              </a:ext>
            </a:extLst>
          </p:cNvPr>
          <p:cNvSpPr>
            <a:spLocks xmlns:a="http://schemas.openxmlformats.org/drawingml/2006/main" noGrp="1"/>
          </p:cNvSpPr>
          <p:nvPr/>
        </p:nvSpPr>
        <p:spPr>
          <a:xfrm xmlns:a="http://schemas.openxmlformats.org/drawingml/2006/main">
            <a:off x="2714625" y="41910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各文のトークン編集距離を文の長さで正規化し、編集しなかった文も0として全文で平均</a:t>
            </a:r>
          </a:p>
        </p:txBody>
      </p:sp>
      <p:sp>
        <p:nvSpPr>
          <p:cNvPr id="10" name="other-h">
            <a:extLst xmlns:a="http://schemas.openxmlformats.org/drawingml/2006/main">
              <a:ext uri="{FF2B5EF4-FFF2-40B4-BE49-F238E27FC236}">
                <a16:creationId xmlns:a16="http://schemas.microsoft.com/office/drawing/2014/main" id="{B1F8E262-1164-4BDA-B93A-7A4B40304D54}"/>
              </a:ext>
            </a:extLst>
          </p:cNvPr>
          <p:cNvSpPr>
            <a:spLocks xmlns:a="http://schemas.openxmlformats.org/drawingml/2006/main" noGrp="1"/>
          </p:cNvSpPr>
          <p:nvPr/>
        </p:nvSpPr>
        <p:spPr>
          <a:xfrm xmlns:a="http://schemas.openxmlformats.org/drawingml/2006/main">
            <a:off x="762000" y="51911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一緒に見る指標</a:t>
            </a:r>
          </a:p>
        </p:txBody>
      </p:sp>
      <p:sp>
        <p:nvSpPr>
          <p:cNvPr id="11" name="other">
            <a:extLst xmlns:a="http://schemas.openxmlformats.org/drawingml/2006/main">
              <a:ext uri="{FF2B5EF4-FFF2-40B4-BE49-F238E27FC236}">
                <a16:creationId xmlns:a16="http://schemas.microsoft.com/office/drawing/2014/main" id="{372302DA-CA37-4DFE-A4F1-F2E55A2BB0FF}"/>
              </a:ext>
            </a:extLst>
          </p:cNvPr>
          <p:cNvSpPr>
            <a:spLocks xmlns:a="http://schemas.openxmlformats.org/drawingml/2006/main" noGrp="1"/>
          </p:cNvSpPr>
          <p:nvPr/>
        </p:nvSpPr>
        <p:spPr>
          <a:xfrm xmlns:a="http://schemas.openxmlformats.org/drawingml/2006/main">
            <a:off x="2714625" y="5191125"/>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編集文率：何文を直したか　　好み適合度：方針に合うか　　内容忠実度：教材から逸脱しないか</a:t>
            </a:r>
          </a:p>
        </p:txBody>
      </p:sp>
      <p:sp>
        <p:nvSpPr>
          <p:cNvPr id="12" name="metric-foot">
            <a:extLst xmlns:a="http://schemas.openxmlformats.org/drawingml/2006/main">
              <a:ext uri="{FF2B5EF4-FFF2-40B4-BE49-F238E27FC236}">
                <a16:creationId xmlns:a16="http://schemas.microsoft.com/office/drawing/2014/main" id="{160FB48B-1511-4D65-853A-ABC8E70E07D2}"/>
              </a:ext>
            </a:extLst>
          </p:cNvPr>
          <p:cNvSpPr>
            <a:spLocks xmlns:a="http://schemas.openxmlformats.org/drawingml/2006/main" noGrp="1"/>
          </p:cNvSpPr>
          <p:nvPr/>
        </p:nvSpPr>
        <p:spPr>
          <a:xfrm xmlns:a="http://schemas.openxmlformats.org/drawingml/2006/main">
            <a:off x="2381250" y="595312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中心となる指標は編集負担。5段階評価は補助的に使用</a:t>
            </a:r>
          </a:p>
        </p:txBody>
      </p:sp>
    </p:spTree>
    <p:extLst>
      <p:ext uri="{BB962C8B-B14F-4D97-AF65-F5344CB8AC3E}">
        <p14:creationId xmlns:p14="http://schemas.microsoft.com/office/powerpoint/2010/main" val="17589347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7506AACE-DB81-40EB-9A5B-DC346CF2AA2B}"/>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6比較で編集負担が減り、1比較で悪化した</a:t>
            </a:r>
          </a:p>
        </p:txBody>
      </p:sp>
      <p:sp>
        <p:nvSpPr>
          <p:cNvPr id="2" name="page-6">
            <a:extLst xmlns:a="http://schemas.openxmlformats.org/drawingml/2006/main">
              <a:ext uri="{FF2B5EF4-FFF2-40B4-BE49-F238E27FC236}">
                <a16:creationId xmlns:a16="http://schemas.microsoft.com/office/drawing/2014/main" id="{47942189-4DD0-4724-AB28-C0A0B803807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2" name="Chart"/>
          <p:cNvGraphicFramePr/>
          <p:nvPr/>
        </p:nvGraphicFramePr>
        <p:xfrm>
          <a:off xmlns:a="http://schemas.openxmlformats.org/drawingml/2006/main" x="619125" y="1476375"/>
          <a:ext xmlns:a="http://schemas.openxmlformats.org/drawingml/2006/main" cx="7524750" cy="4476750"/>
        </p:xfrm>
        <a:graphic xmlns:a="http://schemas.openxmlformats.org/drawingml/2006/main">
          <a:graphicData uri="http://schemas.openxmlformats.org/drawingml/2006/chart">
            <c:chart xmlns:r="http://schemas.openxmlformats.org/officeDocument/2006/relationships" xmlns:c="http://schemas.openxmlformats.org/drawingml/2006/chart" r:id="Rb6171b06e58d47c2"/>
          </a:graphicData>
        </a:graphic>
      </p:graphicFrame>
      <p:sp>
        <p:nvSpPr>
          <p:cNvPr id="4" name="chart-unit">
            <a:extLst xmlns:a="http://schemas.openxmlformats.org/drawingml/2006/main">
              <a:ext uri="{FF2B5EF4-FFF2-40B4-BE49-F238E27FC236}">
                <a16:creationId xmlns:a16="http://schemas.microsoft.com/office/drawing/2014/main" id="{7B7A7A42-F4A4-4E8E-A0DF-55FB61C400DD}"/>
              </a:ext>
            </a:extLst>
          </p:cNvPr>
          <p:cNvSpPr>
            <a:spLocks xmlns:a="http://schemas.openxmlformats.org/drawingml/2006/main" noGrp="1"/>
          </p:cNvSpPr>
          <p:nvPr/>
        </p:nvSpPr>
        <p:spPr>
          <a:xfrm xmlns:a="http://schemas.openxmlformats.org/drawingml/2006/main">
            <a:off x="666750" y="1143000"/>
            <a:ext cx="742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Controlに対する編集負担の削減率（%）</a:t>
            </a:r>
          </a:p>
        </p:txBody>
      </p:sp>
      <p:sp>
        <p:nvSpPr>
          <p:cNvPr id="5" name="result1">
            <a:extLst xmlns:a="http://schemas.openxmlformats.org/drawingml/2006/main">
              <a:ext uri="{FF2B5EF4-FFF2-40B4-BE49-F238E27FC236}">
                <a16:creationId xmlns:a16="http://schemas.microsoft.com/office/drawing/2014/main" id="{FCF846FB-4907-48F5-A7BF-424AA4046C01}"/>
              </a:ext>
            </a:extLst>
          </p:cNvPr>
          <p:cNvSpPr>
            <a:spLocks xmlns:a="http://schemas.openxmlformats.org/drawingml/2006/main" noGrp="1"/>
          </p:cNvSpPr>
          <p:nvPr/>
        </p:nvSpPr>
        <p:spPr>
          <a:xfrm xmlns:a="http://schemas.openxmlformats.org/drawingml/2006/main">
            <a:off x="8715375" y="17145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減少</a:t>
            </a:r>
          </a:p>
        </p:txBody>
      </p:sp>
      <p:sp>
        <p:nvSpPr>
          <p:cNvPr id="6" name="result1b">
            <a:extLst xmlns:a="http://schemas.openxmlformats.org/drawingml/2006/main">
              <a:ext uri="{FF2B5EF4-FFF2-40B4-BE49-F238E27FC236}">
                <a16:creationId xmlns:a16="http://schemas.microsoft.com/office/drawing/2014/main" id="{D942748B-E663-4FAB-A39D-3D93C5AF991B}"/>
              </a:ext>
            </a:extLst>
          </p:cNvPr>
          <p:cNvSpPr>
            <a:spLocks xmlns:a="http://schemas.openxmlformats.org/drawingml/2006/main" noGrp="1"/>
          </p:cNvSpPr>
          <p:nvPr/>
        </p:nvSpPr>
        <p:spPr>
          <a:xfrm xmlns:a="http://schemas.openxmlformats.org/drawingml/2006/main">
            <a:off x="8715375" y="2238375"/>
            <a:ext cx="2476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定義：2回とも</a:t>
            </a:r>
          </a:p>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簡潔：2回とも</a:t>
            </a:r>
          </a:p>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具体例：2回目</a:t>
            </a:r>
          </a:p>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結論：2回目</a:t>
            </a:r>
          </a:p>
        </p:txBody>
      </p:sp>
      <p:sp>
        <p:nvSpPr>
          <p:cNvPr id="7" name="result2">
            <a:extLst xmlns:a="http://schemas.openxmlformats.org/drawingml/2006/main">
              <a:ext uri="{FF2B5EF4-FFF2-40B4-BE49-F238E27FC236}">
                <a16:creationId xmlns:a16="http://schemas.microsoft.com/office/drawing/2014/main" id="{38508A05-9930-4438-8D9D-3890BCE96C41}"/>
              </a:ext>
            </a:extLst>
          </p:cNvPr>
          <p:cNvSpPr>
            <a:spLocks xmlns:a="http://schemas.openxmlformats.org/drawingml/2006/main" noGrp="1"/>
          </p:cNvSpPr>
          <p:nvPr/>
        </p:nvSpPr>
        <p:spPr>
          <a:xfrm xmlns:a="http://schemas.openxmlformats.org/drawingml/2006/main">
            <a:off x="8715375" y="40005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D66A5E"/>
                </a:solidFill>
                <a:latin typeface="Helvetica Neue"/>
                <a:ea typeface="Helvetica Neue"/>
                <a:cs typeface="Helvetica Neue"/>
              </a:defRPr>
            </a:pPr>
            <a:r>
              <a:rPr sz="1950" b="1">
                <a:solidFill>
                  <a:srgbClr val="D66A5E"/>
                </a:solidFill>
                <a:latin typeface="Helvetica Neue"/>
                <a:ea typeface="Helvetica Neue"/>
                <a:cs typeface="Helvetica Neue"/>
              </a:rPr>
              <a:t>悪化</a:t>
            </a:r>
          </a:p>
        </p:txBody>
      </p:sp>
      <p:sp>
        <p:nvSpPr>
          <p:cNvPr id="8" name="result2b">
            <a:extLst xmlns:a="http://schemas.openxmlformats.org/drawingml/2006/main">
              <a:ext uri="{FF2B5EF4-FFF2-40B4-BE49-F238E27FC236}">
                <a16:creationId xmlns:a16="http://schemas.microsoft.com/office/drawing/2014/main" id="{281AE474-011F-4870-A69F-6161C06E2932}"/>
              </a:ext>
            </a:extLst>
          </p:cNvPr>
          <p:cNvSpPr>
            <a:spLocks xmlns:a="http://schemas.openxmlformats.org/drawingml/2006/main" noGrp="1"/>
          </p:cNvSpPr>
          <p:nvPr/>
        </p:nvSpPr>
        <p:spPr>
          <a:xfrm xmlns:a="http://schemas.openxmlformats.org/drawingml/2006/main">
            <a:off x="8715375" y="4524375"/>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具体例：3回目</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23.9%増</a:t>
            </a:r>
          </a:p>
        </p:txBody>
      </p:sp>
      <p:sp>
        <p:nvSpPr>
          <p:cNvPr id="9" name="result-foot">
            <a:extLst xmlns:a="http://schemas.openxmlformats.org/drawingml/2006/main">
              <a:ext uri="{FF2B5EF4-FFF2-40B4-BE49-F238E27FC236}">
                <a16:creationId xmlns:a16="http://schemas.microsoft.com/office/drawing/2014/main" id="{1CD62E2A-A8F7-4BBF-A6A7-2F8B98E4B7DD}"/>
              </a:ext>
            </a:extLst>
          </p:cNvPr>
          <p:cNvSpPr>
            <a:spLocks xmlns:a="http://schemas.openxmlformats.org/drawingml/2006/main" noGrp="1"/>
          </p:cNvSpPr>
          <p:nvPr/>
        </p:nvSpPr>
        <p:spPr>
          <a:xfrm xmlns:a="http://schemas.openxmlformats.org/drawingml/2006/main">
            <a:off x="8382000" y="5476875"/>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結論先行3回目はControlが編集不要のため、相対値を計算できない</a:t>
            </a:r>
          </a:p>
        </p:txBody>
      </p:sp>
    </p:spTree>
    <p:extLst>
      <p:ext uri="{BB962C8B-B14F-4D97-AF65-F5344CB8AC3E}">
        <p14:creationId xmlns:p14="http://schemas.microsoft.com/office/powerpoint/2010/main" val="15595309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7">
            <a:extLst xmlns:a="http://schemas.openxmlformats.org/drawingml/2006/main">
              <a:ext uri="{FF2B5EF4-FFF2-40B4-BE49-F238E27FC236}">
                <a16:creationId xmlns:a16="http://schemas.microsoft.com/office/drawing/2014/main" id="{4710024D-7B99-4054-8EE0-449BC8F356AA}"/>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7">
            <a:extLst xmlns:a="http://schemas.openxmlformats.org/drawingml/2006/main">
              <a:ext uri="{FF2B5EF4-FFF2-40B4-BE49-F238E27FC236}">
                <a16:creationId xmlns:a16="http://schemas.microsoft.com/office/drawing/2014/main" id="{8DF89B6C-CFAD-4547-BDCF-BBBAEFDD4F1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sp>
        <p:nvSpPr>
          <p:cNvPr id="3" name="learn-h">
            <a:extLst xmlns:a="http://schemas.openxmlformats.org/drawingml/2006/main">
              <a:ext uri="{FF2B5EF4-FFF2-40B4-BE49-F238E27FC236}">
                <a16:creationId xmlns:a16="http://schemas.microsoft.com/office/drawing/2014/main" id="{E9C0FB82-1889-471A-9413-F24DBB5D6057}"/>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E0913624-8320-4826-83D7-3F32B61716BB}"/>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7D28F606-B82B-480E-A06A-E04FA7421DE3}"/>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B3016A5E-E660-451F-9135-2869786BD5BF}"/>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BB6AAED4-05F9-4076-AD93-05E8B46EBE35}"/>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FF2EFEC8-77E5-4C90-A05C-95F888054E8B}"/>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AC2F3513-01CC-4E82-A1DF-218BCBDA64DF}"/>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86478894-F490-4F40-BFFA-BD90148AED47}"/>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B08D2AA5-BA44-4023-A642-615AC3150591}"/>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D6B90B49-2058-4920-9C61-C96DF51A62FA}"/>
              </a:ext>
            </a:extLst>
          </p:cNvPr>
          <p:cNvSpPr>
            <a:spLocks xmlns:a="http://schemas.openxmlformats.org/drawingml/2006/main" noGrp="1"/>
          </p:cNvSpPr>
          <p:nvPr/>
        </p:nvSpPr>
        <p:spPr>
          <a:xfrm xmlns:a="http://schemas.openxmlformats.org/drawingml/2006/main">
            <a:off x="6762750" y="4048125"/>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好みなし</a:t>
            </a:r>
          </a:p>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2A9AF449-3295-41AA-88E1-1A1C4C3E705E}"/>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29EFB871-84E8-4D43-8C48-FB87D62A440F}"/>
              </a:ext>
            </a:extLst>
          </p:cNvPr>
          <p:cNvSpPr>
            <a:spLocks xmlns:a="http://schemas.openxmlformats.org/drawingml/2006/main" noGrp="1"/>
          </p:cNvSpPr>
          <p:nvPr/>
        </p:nvSpPr>
        <p:spPr>
          <a:xfrm xmlns:a="http://schemas.openxmlformats.org/drawingml/2006/main">
            <a:off x="9334500" y="4048125"/>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好みあり</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9FCB705B-0D71-485A-91E2-5FAE8458BA08}"/>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5387742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8">
            <a:extLst xmlns:a="http://schemas.openxmlformats.org/drawingml/2006/main">
              <a:ext uri="{FF2B5EF4-FFF2-40B4-BE49-F238E27FC236}">
                <a16:creationId xmlns:a16="http://schemas.microsoft.com/office/drawing/2014/main" id="{E8DC60F6-A3A3-4697-A2B4-404C998FCDE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失敗例：具体例重視では、3回目に編集負担が増えた</a:t>
            </a:r>
          </a:p>
        </p:txBody>
      </p:sp>
      <p:sp>
        <p:nvSpPr>
          <p:cNvPr id="2" name="page-8">
            <a:extLst xmlns:a="http://schemas.openxmlformats.org/drawingml/2006/main">
              <a:ext uri="{FF2B5EF4-FFF2-40B4-BE49-F238E27FC236}">
                <a16:creationId xmlns:a16="http://schemas.microsoft.com/office/drawing/2014/main" id="{FDFA2469-2BE0-4794-991E-3472E23328B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dup-h">
            <a:extLst xmlns:a="http://schemas.openxmlformats.org/drawingml/2006/main">
              <a:ext uri="{FF2B5EF4-FFF2-40B4-BE49-F238E27FC236}">
                <a16:creationId xmlns:a16="http://schemas.microsoft.com/office/drawing/2014/main" id="{6865CB5D-3BBA-48C4-9169-97F917319B55}"/>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E7EE19A8-05D5-4012-B328-385823FC67A0}"/>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71B3B076-12C4-4F05-B99F-2AF502F90AF3}"/>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DC82B74F-12C8-4D21-95E0-450A3D3A3145}"/>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9BB7FFFB-F276-49C3-86CA-84B79E9978F3}"/>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805A7ACE-96FD-4F64-95C2-E3A0DD3F3F23}"/>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540C9E5D-FF61-4499-B9A2-F2157393B6A6}"/>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2AB9608D-AC63-4751-B624-38FCE0F79598}"/>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1060AAF8-0A32-4689-A1CD-05F4A2011697}"/>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C64B1D59-4A58-4557-9E60-EC1488006716}"/>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FDCCBD9B-7C64-483F-8CDD-7438DC48931B}"/>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99D301DE-BD2A-4012-ACBC-9760B3D3C1EC}"/>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64D1B0E2-4D10-4A4F-A66B-9AD63E4ECA16}"/>
              </a:ext>
            </a:extLst>
          </p:cNvPr>
          <p:cNvSpPr>
            <a:spLocks xmlns:a="http://schemas.openxmlformats.org/drawingml/2006/main" noGrp="1"/>
          </p:cNvSpPr>
          <p:nvPr/>
        </p:nvSpPr>
        <p:spPr>
          <a:xfrm xmlns:a="http://schemas.openxmlformats.org/drawingml/2006/main">
            <a:off x="7858125" y="3000375"/>
            <a:ext cx="314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好みなし　0.0674</a:t>
            </a:r>
          </a:p>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好みあり　0.0835</a:t>
            </a:r>
          </a:p>
        </p:txBody>
      </p:sp>
      <p:sp>
        <p:nvSpPr>
          <p:cNvPr id="16" name="fail-red">
            <a:extLst xmlns:a="http://schemas.openxmlformats.org/drawingml/2006/main">
              <a:ext uri="{FF2B5EF4-FFF2-40B4-BE49-F238E27FC236}">
                <a16:creationId xmlns:a16="http://schemas.microsoft.com/office/drawing/2014/main" id="{2E93FF29-E6CB-461E-83E9-B6BAE83AC8CC}"/>
              </a:ext>
            </a:extLst>
          </p:cNvPr>
          <p:cNvSpPr>
            <a:spLocks xmlns:a="http://schemas.openxmlformats.org/drawingml/2006/main" noGrp="1"/>
          </p:cNvSpPr>
          <p:nvPr/>
        </p:nvSpPr>
        <p:spPr>
          <a:xfrm xmlns:a="http://schemas.openxmlformats.org/drawingml/2006/main">
            <a:off x="7858125" y="38576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D66A5E"/>
                </a:solidFill>
                <a:latin typeface="Helvetica Neue"/>
                <a:ea typeface="Helvetica Neue"/>
                <a:cs typeface="Helvetica Neue"/>
              </a:defRPr>
            </a:pPr>
            <a:r>
              <a:rPr sz="1800" b="1">
                <a:solidFill>
                  <a:srgbClr val="D66A5E"/>
                </a:solidFill>
                <a:latin typeface="Helvetica Neue"/>
                <a:ea typeface="Helvetica Neue"/>
                <a:cs typeface="Helvetica Neue"/>
              </a:rPr>
              <a:t>編集負担 23.9%増</a:t>
            </a:r>
          </a:p>
        </p:txBody>
      </p:sp>
      <p:sp>
        <p:nvSpPr>
          <p:cNvPr id="17" name="fail-meaning">
            <a:extLst xmlns:a="http://schemas.openxmlformats.org/drawingml/2006/main">
              <a:ext uri="{FF2B5EF4-FFF2-40B4-BE49-F238E27FC236}">
                <a16:creationId xmlns:a16="http://schemas.microsoft.com/office/drawing/2014/main" id="{4BAF1932-7365-4093-BE94-69A3D4383F2E}"/>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E0EE7FDE-957B-4178-8030-5743C05F402C}"/>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5311012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9">
            <a:extLst xmlns:a="http://schemas.openxmlformats.org/drawingml/2006/main">
              <a:ext uri="{FF2B5EF4-FFF2-40B4-BE49-F238E27FC236}">
                <a16:creationId xmlns:a16="http://schemas.microsoft.com/office/drawing/2014/main" id="{3F8D6FF8-3D79-4817-A4DB-78C5B24FAF6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9">
            <a:extLst xmlns:a="http://schemas.openxmlformats.org/drawingml/2006/main">
              <a:ext uri="{FF2B5EF4-FFF2-40B4-BE49-F238E27FC236}">
                <a16:creationId xmlns:a16="http://schemas.microsoft.com/office/drawing/2014/main" id="{15DD0245-A993-4C2A-9537-6272EE91BFC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known-h">
            <a:extLst xmlns:a="http://schemas.openxmlformats.org/drawingml/2006/main">
              <a:ext uri="{FF2B5EF4-FFF2-40B4-BE49-F238E27FC236}">
                <a16:creationId xmlns:a16="http://schemas.microsoft.com/office/drawing/2014/main" id="{4CA2DDCB-05B6-4E35-B92B-AA6BFB33B068}"/>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0F1883E8-283D-4CFA-A127-8BCCAF7E4375}"/>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A8DE20E5-D5F7-45E7-B4A5-B2539F51EA38}"/>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B8609F47-5DE7-4919-9932-96A535AD87A1}"/>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72C1F3C2-C299-48E4-8B14-C06C4F089E32}"/>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00ECD6D7-761C-4796-A3A6-8FBD099AA9E0}"/>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4F431546-A0C9-4FF4-BC44-5093432FCDB0}"/>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6145774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2026-08-16T12:22:52.2970000Z</dcterms:created>
  <dcterms:modified xsi:type="dcterms:W3CDTF">2026-08-16T12:22:52.2970000Z</dcterms:modified>
</coreProperties>
</file>