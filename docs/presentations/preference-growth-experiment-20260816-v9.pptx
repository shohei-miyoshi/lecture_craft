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4703f2366644d2" /><Relationship Type="http://schemas.openxmlformats.org/officeDocument/2006/relationships/extended-properties" Target="/docProps/app.xml" Id="R64a3234ae9da445f" /><Relationship Type="http://schemas.openxmlformats.org/officeDocument/2006/relationships/officeDocument" Target="/ppt/presentation.xml" Id="R7d4853840eda40f7" /></Relationships>
</file>

<file path=ppt/presentation.xml><?xml version="1.0" encoding="utf-8"?>
<p:presentation xmlns:p="http://schemas.openxmlformats.org/presentationml/2006/main">
  <p:sldMasterIdLst>
    <p:sldMasterId xmlns:r="http://schemas.openxmlformats.org/officeDocument/2006/relationships" id="2147483648" r:id="R44da18257827448f"/>
  </p:sldMasterIdLst>
  <p:notesMasterIdLst>
    <p:notesMasterId xmlns:r="http://schemas.openxmlformats.org/officeDocument/2006/relationships" r:id="Rda1d221df4934d4f"/>
  </p:notesMasterIdLst>
  <p:sldIdLst>
    <p:sldId xmlns:r="http://schemas.openxmlformats.org/officeDocument/2006/relationships" id="256" r:id="R861b5bc04dd64645"/>
    <p:sldId xmlns:r="http://schemas.openxmlformats.org/officeDocument/2006/relationships" id="257" r:id="R289fc4b5ea8b406e"/>
    <p:sldId xmlns:r="http://schemas.openxmlformats.org/officeDocument/2006/relationships" id="258" r:id="R00fe767aaff14ec4"/>
    <p:sldId xmlns:r="http://schemas.openxmlformats.org/officeDocument/2006/relationships" id="259" r:id="Racb296ccc99145e1"/>
    <p:sldId xmlns:r="http://schemas.openxmlformats.org/officeDocument/2006/relationships" id="260" r:id="R4bf944653e08484b"/>
    <p:sldId xmlns:r="http://schemas.openxmlformats.org/officeDocument/2006/relationships" id="261" r:id="R6fcb1020ac384bac"/>
    <p:sldId xmlns:r="http://schemas.openxmlformats.org/officeDocument/2006/relationships" id="262" r:id="Rd3a14168491e497b"/>
    <p:sldId xmlns:r="http://schemas.openxmlformats.org/officeDocument/2006/relationships" id="263" r:id="R17a9a95d626f4d31"/>
    <p:sldId xmlns:r="http://schemas.openxmlformats.org/officeDocument/2006/relationships" id="264" r:id="R5c543d484f0c4bb3"/>
    <p:sldId xmlns:r="http://schemas.openxmlformats.org/officeDocument/2006/relationships" id="265" r:id="R58e8c58a0da5464c"/>
    <p:sldId xmlns:r="http://schemas.openxmlformats.org/officeDocument/2006/relationships" id="266" r:id="R87ca1eb6cedd40e3"/>
    <p:sldId xmlns:r="http://schemas.openxmlformats.org/officeDocument/2006/relationships" id="267" r:id="R6d04799535dd44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bc782ca792434f" /><Relationship Type="http://schemas.openxmlformats.org/officeDocument/2006/relationships/slideMaster" Target="/ppt/slideMasters/slideMaster1.xml" Id="R44da18257827448f" /><Relationship Type="http://schemas.openxmlformats.org/officeDocument/2006/relationships/notesMaster" Target="/ppt/notesMasters/notesMaster1.xml" Id="Rda1d221df4934d4f" /><Relationship Type="http://schemas.openxmlformats.org/officeDocument/2006/relationships/presProps" Target="/ppt/presProps.xml" Id="R87075c1c83e7412e" /><Relationship Type="http://schemas.openxmlformats.org/officeDocument/2006/relationships/tableStyles" Target="/ppt/tableStyles.xml" Id="R91d71b275d724d72" /><Relationship Type="http://schemas.openxmlformats.org/officeDocument/2006/relationships/slide" Target="/ppt/slides/slide1.xml" Id="R861b5bc04dd64645" /><Relationship Type="http://schemas.openxmlformats.org/officeDocument/2006/relationships/slide" Target="/ppt/slides/slide2.xml" Id="R289fc4b5ea8b406e" /><Relationship Type="http://schemas.openxmlformats.org/officeDocument/2006/relationships/slide" Target="/ppt/slides/slide3.xml" Id="R00fe767aaff14ec4" /><Relationship Type="http://schemas.openxmlformats.org/officeDocument/2006/relationships/slide" Target="/ppt/slides/slide4.xml" Id="Racb296ccc99145e1" /><Relationship Type="http://schemas.openxmlformats.org/officeDocument/2006/relationships/slide" Target="/ppt/slides/slide5.xml" Id="R4bf944653e08484b" /><Relationship Type="http://schemas.openxmlformats.org/officeDocument/2006/relationships/slide" Target="/ppt/slides/slide6.xml" Id="R6fcb1020ac384bac" /><Relationship Type="http://schemas.openxmlformats.org/officeDocument/2006/relationships/slide" Target="/ppt/slides/slide7.xml" Id="Rd3a14168491e497b" /><Relationship Type="http://schemas.openxmlformats.org/officeDocument/2006/relationships/slide" Target="/ppt/slides/slide8.xml" Id="R17a9a95d626f4d31" /><Relationship Type="http://schemas.openxmlformats.org/officeDocument/2006/relationships/slide" Target="/ppt/slides/slide9.xml" Id="R5c543d484f0c4bb3" /><Relationship Type="http://schemas.openxmlformats.org/officeDocument/2006/relationships/slide" Target="/ppt/slides/slide10.xml" Id="R58e8c58a0da5464c" /><Relationship Type="http://schemas.openxmlformats.org/officeDocument/2006/relationships/slide" Target="/ppt/slides/slide11.xml" Id="R87ca1eb6cedd40e3" /><Relationship Type="http://schemas.openxmlformats.org/officeDocument/2006/relationships/slide" Target="/ppt/slides/slide12.xml" Id="R6d04799535dd44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23d375f25347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409b11cf77461b" /><Relationship Type="http://schemas.openxmlformats.org/officeDocument/2006/relationships/notesMaster" Target="/ppt/notesMasters/notesMaster1.xml" Id="R7c139a61423a4b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5ce2b256d34240" /><Relationship Type="http://schemas.openxmlformats.org/officeDocument/2006/relationships/notesMaster" Target="/ppt/notesMasters/notesMaster1.xml" Id="Ree72dd2dcf464d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71e7c7b55240c0" /><Relationship Type="http://schemas.openxmlformats.org/officeDocument/2006/relationships/notesMaster" Target="/ppt/notesMasters/notesMaster1.xml" Id="R4fd66caf861b47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7ad7ebed064c28" /><Relationship Type="http://schemas.openxmlformats.org/officeDocument/2006/relationships/notesMaster" Target="/ppt/notesMasters/notesMaster1.xml" Id="Re436fd0969e54c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c16ca81ffc4857" /><Relationship Type="http://schemas.openxmlformats.org/officeDocument/2006/relationships/notesMaster" Target="/ppt/notesMasters/notesMaster1.xml" Id="Rc194d6993c7049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d0b63e90da4c33" /><Relationship Type="http://schemas.openxmlformats.org/officeDocument/2006/relationships/notesMaster" Target="/ppt/notesMasters/notesMaster1.xml" Id="Rcb580dfca34c47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e16c5fe52c43e5" /><Relationship Type="http://schemas.openxmlformats.org/officeDocument/2006/relationships/notesMaster" Target="/ppt/notesMasters/notesMaster1.xml" Id="R99b21ac7000d42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6ea43e07d542c1" /><Relationship Type="http://schemas.openxmlformats.org/officeDocument/2006/relationships/notesMaster" Target="/ppt/notesMasters/notesMaster1.xml" Id="Ref6d8a513a804d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a1866e49a64ede" /><Relationship Type="http://schemas.openxmlformats.org/officeDocument/2006/relationships/notesMaster" Target="/ppt/notesMasters/notesMaster1.xml" Id="R567fb63b5d7047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161a960e0544f8" /><Relationship Type="http://schemas.openxmlformats.org/officeDocument/2006/relationships/notesMaster" Target="/ppt/notesMasters/notesMaster1.xml" Id="R234acde42a2944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dd0c7d43154522" /><Relationship Type="http://schemas.openxmlformats.org/officeDocument/2006/relationships/notesMaster" Target="/ppt/notesMasters/notesMaster1.xml" Id="Rcec4c08e556f4f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c84cad7076647fd" /><Relationship Type="http://schemas.openxmlformats.org/officeDocument/2006/relationships/notesMaster" Target="/ppt/notesMasters/notesMaster1.xml" Id="R1689a79c42544c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今回の問いは一つです。過去の編集から好みを学び、次の台本に反映すると、完成形までの編集量が減るかを調べました。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実装では、編集前後の台本とスライド文脈をLLMに渡し、固定のルールではなく意味の差から好みを抽出します。出力は preference、内容訂正、今回だけの指示、不確実に分類し、再利用可能な preference だけを保存します。次回生成時はユーザ・プロジェクト・生成モード・難易度の範囲と文脈類似度で最大8件を検索し、重複や矛盾を統合して、該当する場合だけ生成プロンプトへ追加します。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a:p xmlns:a="http://schemas.openxmlformats.org/drawingml/2006/main">
            <a:r>
              <a:t>- /Users/shohei/Documents/dev/lecture_craft/backend/app/persistence.py</a:t>
            </a:r>
          </a:p>
          <a:p xmlns:a="http://schemas.openxmlformats.org/drawingml/2006/main">
            <a:r>
              <a:t>- /Users/shohei/Documents/dev/lecture_craft/backend/app/service.py</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利用では青い経路だけを進みます。1回目の編集から履歴①を作り、2回目は履歴①を使って生成します。その編集から履歴②を追加し、3回目は履歴①と②を使います。灰色は実験用の比較生成であり、その編集は履歴へ追加し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模擬編集では編集数を指定していません。各好み方針に照らして必要と判断した文だけを編集しました。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指標は要修正文率です。生成台本の全文数に対し、模擬ユーザが1か所でも変更した文の割合を計算します。例では比較用が31文中4文で12.9%、実利用側が31文中0文で0%です。この指標は直感的ですが、小さな語句修正と全面書き換えを同じ1文として数えるため、編集距離と具体例を補助的に使い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縦軸は要修正文率です。2回目と3回目はともに0%から50%、10ポイント刻みに統一しています。簡潔さ重視ではcontrolが3/32文、treatmentが3/25文で、修正文数は同じですが分母が短くなったため率が上昇しました。灰色側の編集は次回の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回目では好みにより結果が分かれました。灰色は比較用の履歴なし生成、青は履歴①と②を使った実利用側です。結論先行は比較用では編集不要だった一方、実利用側では1文の修正が必要になりました。比較用の編集は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最も流れが分かりやすかった事例です。ただし、単一生成の事例なので、同じ結果が再現するかは次の実験で確認します。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原因は確定ではありませんが、意味が近い好みが複数の指示として渡されたことが過剰適用につながった可能性があります。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結論は控えめにします。今回は反映経路の成立性と失敗モードを確認した段階です。次は重複統合あり・なし、複数回生成、実ユーザ評価へ進みます。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の優先課題は記憶量を増やすことではなく、重複統合と適用抑制です。現状も生成前の統合処理と文脈類似度検索はありますが、予備実験では似た指示が複数残りました。そのため、保存時の意味的統合、適用閾値、取り消し編集を使った負のフィードバックを強化します。検証では各条件を複数回繰り返し、生成順を無作為化し、実ユーザの編集時間と主観評価も追加しま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a:p xmlns:a="http://schemas.openxmlformats.org/drawingml/2006/main">
            <a:r>
              <a:t>- /Users/shohei/Documents/dev/lecture_craft/backend/experiments/preference_growth/reports/pilot-20260815.md</a:t>
            </a:r>
          </a:p>
          <a:p xmlns:a="http://schemas.openxmlformats.org/drawingml/2006/main">
            <a:r>
              <a:t>- /Users/shohei/Documents/dev/lecture_craft/docs/research-progress-design-lecturecraft.md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元論文の主指標はT=200ラウンドにわたるtoken-level Levenshtein edit distanceの累積です。補助的に正規化編集距離、zero-edit response fraction、人手のwin rateを報告しています。LectureCraftは文単位編集UIで、発表時の解釈を優先して要修正文率を主指標とします。ただし修正規模を区別しないため、編集距離と具体例を補助的に残します。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https://arxiv.org/abs/2404.15269</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5b30aca1e44f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497113b7164195" /><Relationship Type="http://schemas.openxmlformats.org/officeDocument/2006/relationships/slideLayout" Target="/ppt/slideLayouts/slideLayout1.xml" Id="Rc9b35c69b85346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b35c69b85346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d1de841b2c40e4" /><Relationship Type="http://schemas.openxmlformats.org/officeDocument/2006/relationships/notesSlide" Target="/ppt/notesSlides/notesSlide1.xml" Id="Re89d92a8660942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fdfb8e7eec34aca" /><Relationship Type="http://schemas.openxmlformats.org/officeDocument/2006/relationships/notesSlide" Target="/ppt/notesSlides/notesSlide2.xml" Id="R036d65e05ba54f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52e9d33900f42fb" /><Relationship Type="http://schemas.openxmlformats.org/officeDocument/2006/relationships/notesSlide" Target="/ppt/notesSlides/notesSlide3.xml" Id="Rbc4677a362434b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412e2f0c344465" /><Relationship Type="http://schemas.openxmlformats.org/officeDocument/2006/relationships/notesSlide" Target="/ppt/notesSlides/notesSlide4.xml" Id="Ra5347047bad245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96f21335614420" /><Relationship Type="http://schemas.openxmlformats.org/officeDocument/2006/relationships/notesSlide" Target="/ppt/notesSlides/notesSlide5.xml" Id="Ra4a67b220efd4a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593030a76b4013" /><Relationship Type="http://schemas.openxmlformats.org/officeDocument/2006/relationships/chart" Target="/ppt/slides/charts/chart1.xml" Id="Rb478617fcb304ca9" /><Relationship Type="http://schemas.openxmlformats.org/officeDocument/2006/relationships/notesSlide" Target="/ppt/notesSlides/notesSlide6.xml" Id="Raee6f888ae4444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d1afb708bcf49bf" /><Relationship Type="http://schemas.openxmlformats.org/officeDocument/2006/relationships/chart" Target="/ppt/slides/charts/chart2.xml" Id="Rc4f1b006bbcc4edd" /><Relationship Type="http://schemas.openxmlformats.org/officeDocument/2006/relationships/notesSlide" Target="/ppt/notesSlides/notesSlide7.xml" Id="R6134769498f141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378d3930c44cec" /><Relationship Type="http://schemas.openxmlformats.org/officeDocument/2006/relationships/notesSlide" Target="/ppt/notesSlides/notesSlide8.xml" Id="R237c8fec691a4d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c85ebfca0f2455a" /><Relationship Type="http://schemas.openxmlformats.org/officeDocument/2006/relationships/notesSlide" Target="/ppt/notesSlides/notesSlide9.xml" Id="R7ff3df761f6446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3c734005bc40c3" /><Relationship Type="http://schemas.openxmlformats.org/officeDocument/2006/relationships/notesSlide" Target="/ppt/notesSlides/notesSlide10.xml" Id="R4574b2e2dfa44c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7bfb4968dc6493a" /><Relationship Type="http://schemas.openxmlformats.org/officeDocument/2006/relationships/notesSlide" Target="/ppt/notesSlides/notesSlide11.xml" Id="Red6c1de822f94a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3fd08c61b244260" /><Relationship Type="http://schemas.openxmlformats.org/officeDocument/2006/relationships/notesSlide" Target="/ppt/notesSlides/notesSlide12.xml" Id="Re3366ad5442e494e" /></Relationships>
</file>

<file path=ppt/slides/charts/chart1.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c:formatCode>
              <c:ptCount val="4"/>
              <c:pt idx="0">
                <c:v>26.32</c:v>
              </c:pt>
              <c:pt idx="1">
                <c:v>14.29</c:v>
              </c:pt>
              <c:pt idx="2">
                <c:v>12.9</c:v>
              </c:pt>
              <c:pt idx="3">
                <c:v>9.38</c:v>
              </c:pt>
            </c:numLit>
          </c:val>
        </c:ser>
        <c:ser>
          <c:idx val="1"/>
          <c:order val="1"/>
          <c:tx>
            <c:v>実利用側：履歴1回分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c:formatCode>
              <c:ptCount val="4"/>
              <c:pt idx="0">
                <c:v>12.5</c:v>
              </c:pt>
              <c:pt idx="1">
                <c:v>12.82</c:v>
              </c:pt>
              <c:pt idx="2">
                <c:v>0</c:v>
              </c:pt>
              <c:pt idx="3">
                <c:v>12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50"/>
          <c:min val="0"/>
        </c:scaling>
        <c:delete val="0"/>
        <c:axPos val="l"/>
        <c:majorGridlines>
          <c:spPr>
            <a:ln xmlns:a="http://schemas.openxmlformats.org/drawingml/2006/main" w="9525">
              <a:solidFill>
                <a:srgbClr val="EDEDED"/>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10"/>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c:formatCode>
              <c:ptCount val="4"/>
              <c:pt idx="0">
                <c:v>40</c:v>
              </c:pt>
              <c:pt idx="1">
                <c:v>12.9</c:v>
              </c:pt>
              <c:pt idx="2">
                <c:v>0</c:v>
              </c:pt>
              <c:pt idx="3">
                <c:v>40.74</c:v>
              </c:pt>
            </c:numLit>
          </c:val>
        </c:ser>
        <c:ser>
          <c:idx val="1"/>
          <c:order val="1"/>
          <c:tx>
            <c:v>実利用側：履歴2回分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c:formatCode>
              <c:ptCount val="4"/>
              <c:pt idx="0">
                <c:v>28.95</c:v>
              </c:pt>
              <c:pt idx="1">
                <c:v>16.67</c:v>
              </c:pt>
              <c:pt idx="2">
                <c:v>3.45</c:v>
              </c:pt>
              <c:pt idx="3">
                <c:v>31.82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50"/>
          <c:min val="0"/>
        </c:scaling>
        <c:delete val="0"/>
        <c:axPos val="l"/>
        <c:majorGridlines>
          <c:spPr>
            <a:ln xmlns:a="http://schemas.openxmlformats.org/drawingml/2006/main" w="9525">
              <a:solidFill>
                <a:srgbClr val="EDEDED"/>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10"/>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kicker">
            <a:extLst xmlns:a="http://schemas.openxmlformats.org/drawingml/2006/main">
              <a:ext uri="{FF2B5EF4-FFF2-40B4-BE49-F238E27FC236}">
                <a16:creationId xmlns:a16="http://schemas.microsoft.com/office/drawing/2014/main" id="{4A4E82A0-FE69-40EB-ACAA-3F795A22EE04}"/>
              </a:ext>
            </a:extLst>
          </p:cNvPr>
          <p:cNvSpPr>
            <a:spLocks xmlns:a="http://schemas.openxmlformats.org/drawingml/2006/main" noGrp="1"/>
          </p:cNvSpPr>
          <p:nvPr/>
        </p:nvSpPr>
        <p:spPr>
          <a:xfrm xmlns:a="http://schemas.openxmlformats.org/drawingml/2006/main">
            <a:off x="457200" y="457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1666E"/>
                </a:solidFill>
                <a:latin typeface="Helvetica Neue"/>
                <a:ea typeface="Helvetica Neue"/>
                <a:cs typeface="Helvetica Neue"/>
              </a:defRPr>
            </a:pPr>
            <a:r>
              <a:rPr sz="1650" b="0">
                <a:solidFill>
                  <a:srgbClr val="61666E"/>
                </a:solidFill>
                <a:latin typeface="Helvetica Neue"/>
                <a:ea typeface="Helvetica Neue"/>
                <a:cs typeface="Helvetica Neue"/>
              </a:rPr>
              <a:t>研究進捗報告</a:t>
            </a:r>
          </a:p>
        </p:txBody>
      </p:sp>
      <p:sp>
        <p:nvSpPr>
          <p:cNvPr id="2" name="cover">
            <a:extLst xmlns:a="http://schemas.openxmlformats.org/drawingml/2006/main">
              <a:ext uri="{FF2B5EF4-FFF2-40B4-BE49-F238E27FC236}">
                <a16:creationId xmlns:a16="http://schemas.microsoft.com/office/drawing/2014/main" id="{518889E4-8900-4056-91E1-4D0EEAC2B129}"/>
              </a:ext>
            </a:extLst>
          </p:cNvPr>
          <p:cNvSpPr>
            <a:spLocks xmlns:a="http://schemas.openxmlformats.org/drawingml/2006/main" noGrp="1"/>
          </p:cNvSpPr>
          <p:nvPr/>
        </p:nvSpPr>
        <p:spPr>
          <a:xfrm xmlns:a="http://schemas.openxmlformats.org/drawingml/2006/main">
            <a:off x="457200" y="1952625"/>
            <a:ext cx="10668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編集履歴を次回の台本生成に反映すると、</a:t>
            </a:r>
          </a:p>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ユーザの編集量は減るか</a:t>
            </a:r>
          </a:p>
        </p:txBody>
      </p:sp>
      <p:sp>
        <p:nvSpPr>
          <p:cNvPr id="3" name="sub">
            <a:extLst xmlns:a="http://schemas.openxmlformats.org/drawingml/2006/main">
              <a:ext uri="{FF2B5EF4-FFF2-40B4-BE49-F238E27FC236}">
                <a16:creationId xmlns:a16="http://schemas.microsoft.com/office/drawing/2014/main" id="{98011365-BE2F-4699-BC85-5FC593709EAA}"/>
              </a:ext>
            </a:extLst>
          </p:cNvPr>
          <p:cNvSpPr>
            <a:spLocks xmlns:a="http://schemas.openxmlformats.org/drawingml/2006/main" noGrp="1"/>
          </p:cNvSpPr>
          <p:nvPr/>
        </p:nvSpPr>
        <p:spPr>
          <a:xfrm xmlns:a="http://schemas.openxmlformats.org/drawingml/2006/main">
            <a:off x="457200" y="481012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11111"/>
                </a:solidFill>
                <a:latin typeface="Helvetica Neue"/>
                <a:ea typeface="Helvetica Neue"/>
                <a:cs typeface="Helvetica Neue"/>
              </a:defRPr>
            </a:pPr>
            <a:r>
              <a:rPr sz="2025" b="0">
                <a:solidFill>
                  <a:srgbClr val="111111"/>
                </a:solidFill>
                <a:latin typeface="Helvetica Neue"/>
                <a:ea typeface="Helvetica Neue"/>
                <a:cs typeface="Helvetica Neue"/>
              </a:rPr>
              <a:t>4種類の好みによる予備実験</a:t>
            </a:r>
          </a:p>
        </p:txBody>
      </p:sp>
    </p:spTree>
    <p:extLst>
      <p:ext uri="{BB962C8B-B14F-4D97-AF65-F5344CB8AC3E}">
        <p14:creationId xmlns:p14="http://schemas.microsoft.com/office/powerpoint/2010/main" val="12034403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title-2">
            <a:extLst xmlns:a="http://schemas.openxmlformats.org/drawingml/2006/main">
              <a:ext uri="{FF2B5EF4-FFF2-40B4-BE49-F238E27FC236}">
                <a16:creationId xmlns:a16="http://schemas.microsoft.com/office/drawing/2014/main" id="{EFCDB924-1CEE-40BC-BB7E-8B8FED208B68}"/>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好みは、編集前後の差からLLMで抽出して次回へ渡す</a:t>
            </a:r>
          </a:p>
        </p:txBody>
      </p:sp>
      <p:sp>
        <p:nvSpPr>
          <p:cNvPr id="2" name="page-2">
            <a:extLst xmlns:a="http://schemas.openxmlformats.org/drawingml/2006/main">
              <a:ext uri="{FF2B5EF4-FFF2-40B4-BE49-F238E27FC236}">
                <a16:creationId xmlns:a16="http://schemas.microsoft.com/office/drawing/2014/main" id="{FA9FDB8D-8AB0-4588-984A-8D97A94F6E46}"/>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2</a:t>
            </a:r>
          </a:p>
        </p:txBody>
      </p:sp>
      <p:sp>
        <p:nvSpPr>
          <p:cNvPr id="3" name="impl-a-0">
            <a:extLst xmlns:a="http://schemas.openxmlformats.org/drawingml/2006/main">
              <a:ext uri="{FF2B5EF4-FFF2-40B4-BE49-F238E27FC236}">
                <a16:creationId xmlns:a16="http://schemas.microsoft.com/office/drawing/2014/main" id="{3C4FD7B0-792C-4DF5-A07D-058C63234B5B}"/>
              </a:ext>
            </a:extLst>
          </p:cNvPr>
          <p:cNvSpPr>
            <a:spLocks xmlns:a="http://schemas.openxmlformats.org/drawingml/2006/main" noGrp="1"/>
          </p:cNvSpPr>
          <p:nvPr/>
        </p:nvSpPr>
        <p:spPr>
          <a:xfrm xmlns:a="http://schemas.openxmlformats.org/drawingml/2006/main">
            <a:off x="2505075" y="2638425"/>
            <a:ext cx="3619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impl-a-1">
            <a:extLst xmlns:a="http://schemas.openxmlformats.org/drawingml/2006/main">
              <a:ext uri="{FF2B5EF4-FFF2-40B4-BE49-F238E27FC236}">
                <a16:creationId xmlns:a16="http://schemas.microsoft.com/office/drawing/2014/main" id="{E292AE14-043A-4300-B280-26F42A88E32B}"/>
              </a:ext>
            </a:extLst>
          </p:cNvPr>
          <p:cNvSpPr>
            <a:spLocks xmlns:a="http://schemas.openxmlformats.org/drawingml/2006/main" noGrp="1"/>
          </p:cNvSpPr>
          <p:nvPr/>
        </p:nvSpPr>
        <p:spPr>
          <a:xfrm xmlns:a="http://schemas.openxmlformats.org/drawingml/2006/main">
            <a:off x="4857750" y="2638425"/>
            <a:ext cx="3619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impl-a-2">
            <a:extLst xmlns:a="http://schemas.openxmlformats.org/drawingml/2006/main">
              <a:ext uri="{FF2B5EF4-FFF2-40B4-BE49-F238E27FC236}">
                <a16:creationId xmlns:a16="http://schemas.microsoft.com/office/drawing/2014/main" id="{BE240C20-7044-48F5-9CC9-36B0B099A1B5}"/>
              </a:ext>
            </a:extLst>
          </p:cNvPr>
          <p:cNvSpPr>
            <a:spLocks xmlns:a="http://schemas.openxmlformats.org/drawingml/2006/main" noGrp="1"/>
          </p:cNvSpPr>
          <p:nvPr/>
        </p:nvSpPr>
        <p:spPr>
          <a:xfrm xmlns:a="http://schemas.openxmlformats.org/drawingml/2006/main">
            <a:off x="7210425" y="2638425"/>
            <a:ext cx="3619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impl-a-3">
            <a:extLst xmlns:a="http://schemas.openxmlformats.org/drawingml/2006/main">
              <a:ext uri="{FF2B5EF4-FFF2-40B4-BE49-F238E27FC236}">
                <a16:creationId xmlns:a16="http://schemas.microsoft.com/office/drawing/2014/main" id="{C7AB587E-52F0-4F8B-B559-2A3170925DE6}"/>
              </a:ext>
            </a:extLst>
          </p:cNvPr>
          <p:cNvSpPr>
            <a:spLocks xmlns:a="http://schemas.openxmlformats.org/drawingml/2006/main" noGrp="1"/>
          </p:cNvSpPr>
          <p:nvPr/>
        </p:nvSpPr>
        <p:spPr>
          <a:xfrm xmlns:a="http://schemas.openxmlformats.org/drawingml/2006/main">
            <a:off x="9563100" y="2638425"/>
            <a:ext cx="3619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impl-0">
            <a:extLst xmlns:a="http://schemas.openxmlformats.org/drawingml/2006/main">
              <a:ext uri="{FF2B5EF4-FFF2-40B4-BE49-F238E27FC236}">
                <a16:creationId xmlns:a16="http://schemas.microsoft.com/office/drawing/2014/main" id="{B5B33F8F-E27D-4D43-8296-E8A3CEFDEDC5}"/>
              </a:ext>
            </a:extLst>
          </p:cNvPr>
          <p:cNvSpPr>
            <a:spLocks xmlns:a="http://schemas.openxmlformats.org/drawingml/2006/main" noGrp="1"/>
          </p:cNvSpPr>
          <p:nvPr/>
        </p:nvSpPr>
        <p:spPr>
          <a:xfrm xmlns:a="http://schemas.openxmlformats.org/drawingml/2006/main">
            <a:off x="428625" y="1809750"/>
            <a:ext cx="192405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impl-h-0">
            <a:extLst xmlns:a="http://schemas.openxmlformats.org/drawingml/2006/main">
              <a:ext uri="{FF2B5EF4-FFF2-40B4-BE49-F238E27FC236}">
                <a16:creationId xmlns:a16="http://schemas.microsoft.com/office/drawing/2014/main" id="{91D6F939-F413-4C4D-8227-22883C662EA3}"/>
              </a:ext>
            </a:extLst>
          </p:cNvPr>
          <p:cNvSpPr>
            <a:spLocks xmlns:a="http://schemas.openxmlformats.org/drawingml/2006/main" noGrp="1"/>
          </p:cNvSpPr>
          <p:nvPr/>
        </p:nvSpPr>
        <p:spPr>
          <a:xfrm xmlns:a="http://schemas.openxmlformats.org/drawingml/2006/main">
            <a:off x="561975" y="204787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① 編集を記録</a:t>
            </a:r>
          </a:p>
        </p:txBody>
      </p:sp>
      <p:sp>
        <p:nvSpPr>
          <p:cNvPr id="9" name="impl-b-0">
            <a:extLst xmlns:a="http://schemas.openxmlformats.org/drawingml/2006/main">
              <a:ext uri="{FF2B5EF4-FFF2-40B4-BE49-F238E27FC236}">
                <a16:creationId xmlns:a16="http://schemas.microsoft.com/office/drawing/2014/main" id="{A177B7B6-52DB-4EFC-A048-DEB970C3CF05}"/>
              </a:ext>
            </a:extLst>
          </p:cNvPr>
          <p:cNvSpPr>
            <a:spLocks xmlns:a="http://schemas.openxmlformats.org/drawingml/2006/main" noGrp="1"/>
          </p:cNvSpPr>
          <p:nvPr/>
        </p:nvSpPr>
        <p:spPr>
          <a:xfrm xmlns:a="http://schemas.openxmlformats.org/drawingml/2006/main">
            <a:off x="561975" y="2619375"/>
            <a:ext cx="1657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編集前・編集後と</a:t>
            </a:r>
          </a:p>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スライド文脈を保存</a:t>
            </a:r>
          </a:p>
        </p:txBody>
      </p:sp>
      <p:sp>
        <p:nvSpPr>
          <p:cNvPr id="10" name="impl-1">
            <a:extLst xmlns:a="http://schemas.openxmlformats.org/drawingml/2006/main">
              <a:ext uri="{FF2B5EF4-FFF2-40B4-BE49-F238E27FC236}">
                <a16:creationId xmlns:a16="http://schemas.microsoft.com/office/drawing/2014/main" id="{DD230C80-D3D9-4E76-9DEA-0AD200ECDDBE}"/>
              </a:ext>
            </a:extLst>
          </p:cNvPr>
          <p:cNvSpPr>
            <a:spLocks xmlns:a="http://schemas.openxmlformats.org/drawingml/2006/main" noGrp="1"/>
          </p:cNvSpPr>
          <p:nvPr/>
        </p:nvSpPr>
        <p:spPr>
          <a:xfrm xmlns:a="http://schemas.openxmlformats.org/drawingml/2006/main">
            <a:off x="2781300" y="1809750"/>
            <a:ext cx="192405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impl-h-1">
            <a:extLst xmlns:a="http://schemas.openxmlformats.org/drawingml/2006/main">
              <a:ext uri="{FF2B5EF4-FFF2-40B4-BE49-F238E27FC236}">
                <a16:creationId xmlns:a16="http://schemas.microsoft.com/office/drawing/2014/main" id="{3D5BD3FC-A424-4F77-B265-0986C2241119}"/>
              </a:ext>
            </a:extLst>
          </p:cNvPr>
          <p:cNvSpPr>
            <a:spLocks xmlns:a="http://schemas.openxmlformats.org/drawingml/2006/main" noGrp="1"/>
          </p:cNvSpPr>
          <p:nvPr/>
        </p:nvSpPr>
        <p:spPr>
          <a:xfrm xmlns:a="http://schemas.openxmlformats.org/drawingml/2006/main">
            <a:off x="2914650" y="204787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② LLMで推定</a:t>
            </a:r>
          </a:p>
        </p:txBody>
      </p:sp>
      <p:sp>
        <p:nvSpPr>
          <p:cNvPr id="12" name="impl-b-1">
            <a:extLst xmlns:a="http://schemas.openxmlformats.org/drawingml/2006/main">
              <a:ext uri="{FF2B5EF4-FFF2-40B4-BE49-F238E27FC236}">
                <a16:creationId xmlns:a16="http://schemas.microsoft.com/office/drawing/2014/main" id="{CA17ACCD-35F9-4ED9-8BB8-57800710B7F9}"/>
              </a:ext>
            </a:extLst>
          </p:cNvPr>
          <p:cNvSpPr>
            <a:spLocks xmlns:a="http://schemas.openxmlformats.org/drawingml/2006/main" noGrp="1"/>
          </p:cNvSpPr>
          <p:nvPr/>
        </p:nvSpPr>
        <p:spPr>
          <a:xfrm xmlns:a="http://schemas.openxmlformats.org/drawingml/2006/main">
            <a:off x="2914650" y="2619375"/>
            <a:ext cx="1657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固定カテゴリではなく</a:t>
            </a:r>
          </a:p>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差の意味を読む</a:t>
            </a:r>
          </a:p>
        </p:txBody>
      </p:sp>
      <p:sp>
        <p:nvSpPr>
          <p:cNvPr id="13" name="impl-2">
            <a:extLst xmlns:a="http://schemas.openxmlformats.org/drawingml/2006/main">
              <a:ext uri="{FF2B5EF4-FFF2-40B4-BE49-F238E27FC236}">
                <a16:creationId xmlns:a16="http://schemas.microsoft.com/office/drawing/2014/main" id="{69A32E8E-B723-47D6-90A7-4BB2BCADFFFD}"/>
              </a:ext>
            </a:extLst>
          </p:cNvPr>
          <p:cNvSpPr>
            <a:spLocks xmlns:a="http://schemas.openxmlformats.org/drawingml/2006/main" noGrp="1"/>
          </p:cNvSpPr>
          <p:nvPr/>
        </p:nvSpPr>
        <p:spPr>
          <a:xfrm xmlns:a="http://schemas.openxmlformats.org/drawingml/2006/main">
            <a:off x="5133975" y="1809750"/>
            <a:ext cx="192405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4" name="impl-h-2">
            <a:extLst xmlns:a="http://schemas.openxmlformats.org/drawingml/2006/main">
              <a:ext uri="{FF2B5EF4-FFF2-40B4-BE49-F238E27FC236}">
                <a16:creationId xmlns:a16="http://schemas.microsoft.com/office/drawing/2014/main" id="{A36BF2F9-3EC2-454F-9F33-C4FEDFA8FB23}"/>
              </a:ext>
            </a:extLst>
          </p:cNvPr>
          <p:cNvSpPr>
            <a:spLocks xmlns:a="http://schemas.openxmlformats.org/drawingml/2006/main" noGrp="1"/>
          </p:cNvSpPr>
          <p:nvPr/>
        </p:nvSpPr>
        <p:spPr>
          <a:xfrm xmlns:a="http://schemas.openxmlformats.org/drawingml/2006/main">
            <a:off x="5267325" y="204787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③ 再利用を判定</a:t>
            </a:r>
          </a:p>
        </p:txBody>
      </p:sp>
      <p:sp>
        <p:nvSpPr>
          <p:cNvPr id="15" name="impl-b-2">
            <a:extLst xmlns:a="http://schemas.openxmlformats.org/drawingml/2006/main">
              <a:ext uri="{FF2B5EF4-FFF2-40B4-BE49-F238E27FC236}">
                <a16:creationId xmlns:a16="http://schemas.microsoft.com/office/drawing/2014/main" id="{5C095608-C9AA-4647-A0AA-E30C9FE54D27}"/>
              </a:ext>
            </a:extLst>
          </p:cNvPr>
          <p:cNvSpPr>
            <a:spLocks xmlns:a="http://schemas.openxmlformats.org/drawingml/2006/main" noGrp="1"/>
          </p:cNvSpPr>
          <p:nvPr/>
        </p:nvSpPr>
        <p:spPr>
          <a:xfrm xmlns:a="http://schemas.openxmlformats.org/drawingml/2006/main">
            <a:off x="5267325" y="2619375"/>
            <a:ext cx="1657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好みだけを保存</a:t>
            </a:r>
          </a:p>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内容訂正などは除外</a:t>
            </a:r>
          </a:p>
        </p:txBody>
      </p:sp>
      <p:sp>
        <p:nvSpPr>
          <p:cNvPr id="16" name="impl-3">
            <a:extLst xmlns:a="http://schemas.openxmlformats.org/drawingml/2006/main">
              <a:ext uri="{FF2B5EF4-FFF2-40B4-BE49-F238E27FC236}">
                <a16:creationId xmlns:a16="http://schemas.microsoft.com/office/drawing/2014/main" id="{21EF4002-7045-49C4-89C1-6D4A4604C9D6}"/>
              </a:ext>
            </a:extLst>
          </p:cNvPr>
          <p:cNvSpPr>
            <a:spLocks xmlns:a="http://schemas.openxmlformats.org/drawingml/2006/main" noGrp="1"/>
          </p:cNvSpPr>
          <p:nvPr/>
        </p:nvSpPr>
        <p:spPr>
          <a:xfrm xmlns:a="http://schemas.openxmlformats.org/drawingml/2006/main">
            <a:off x="7486650" y="1809750"/>
            <a:ext cx="192405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7" name="impl-h-3">
            <a:extLst xmlns:a="http://schemas.openxmlformats.org/drawingml/2006/main">
              <a:ext uri="{FF2B5EF4-FFF2-40B4-BE49-F238E27FC236}">
                <a16:creationId xmlns:a16="http://schemas.microsoft.com/office/drawing/2014/main" id="{3F1B4F21-5A1C-480F-8A33-F0DC10375BA4}"/>
              </a:ext>
            </a:extLst>
          </p:cNvPr>
          <p:cNvSpPr>
            <a:spLocks xmlns:a="http://schemas.openxmlformats.org/drawingml/2006/main" noGrp="1"/>
          </p:cNvSpPr>
          <p:nvPr/>
        </p:nvSpPr>
        <p:spPr>
          <a:xfrm xmlns:a="http://schemas.openxmlformats.org/drawingml/2006/main">
            <a:off x="7620000" y="204787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④ 関連履歴を検索</a:t>
            </a:r>
          </a:p>
        </p:txBody>
      </p:sp>
      <p:sp>
        <p:nvSpPr>
          <p:cNvPr id="18" name="impl-b-3">
            <a:extLst xmlns:a="http://schemas.openxmlformats.org/drawingml/2006/main">
              <a:ext uri="{FF2B5EF4-FFF2-40B4-BE49-F238E27FC236}">
                <a16:creationId xmlns:a16="http://schemas.microsoft.com/office/drawing/2014/main" id="{D0D14BC8-A59C-4404-A642-430CC58A7384}"/>
              </a:ext>
            </a:extLst>
          </p:cNvPr>
          <p:cNvSpPr>
            <a:spLocks xmlns:a="http://schemas.openxmlformats.org/drawingml/2006/main" noGrp="1"/>
          </p:cNvSpPr>
          <p:nvPr/>
        </p:nvSpPr>
        <p:spPr>
          <a:xfrm xmlns:a="http://schemas.openxmlformats.org/drawingml/2006/main">
            <a:off x="7620000" y="2619375"/>
            <a:ext cx="1657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範囲と文脈が近い</a:t>
            </a:r>
          </a:p>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好みを最大8件取得</a:t>
            </a:r>
          </a:p>
        </p:txBody>
      </p:sp>
      <p:sp>
        <p:nvSpPr>
          <p:cNvPr id="19" name="impl-4">
            <a:extLst xmlns:a="http://schemas.openxmlformats.org/drawingml/2006/main">
              <a:ext uri="{FF2B5EF4-FFF2-40B4-BE49-F238E27FC236}">
                <a16:creationId xmlns:a16="http://schemas.microsoft.com/office/drawing/2014/main" id="{607F8E55-9AFA-4C08-82A3-8A2B4E6FDECC}"/>
              </a:ext>
            </a:extLst>
          </p:cNvPr>
          <p:cNvSpPr>
            <a:spLocks xmlns:a="http://schemas.openxmlformats.org/drawingml/2006/main" noGrp="1"/>
          </p:cNvSpPr>
          <p:nvPr/>
        </p:nvSpPr>
        <p:spPr>
          <a:xfrm xmlns:a="http://schemas.openxmlformats.org/drawingml/2006/main">
            <a:off x="9839325" y="1809750"/>
            <a:ext cx="1924050" cy="1666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0" name="impl-h-4">
            <a:extLst xmlns:a="http://schemas.openxmlformats.org/drawingml/2006/main">
              <a:ext uri="{FF2B5EF4-FFF2-40B4-BE49-F238E27FC236}">
                <a16:creationId xmlns:a16="http://schemas.microsoft.com/office/drawing/2014/main" id="{215EA826-52AC-479C-B48C-520B9F6112DD}"/>
              </a:ext>
            </a:extLst>
          </p:cNvPr>
          <p:cNvSpPr>
            <a:spLocks xmlns:a="http://schemas.openxmlformats.org/drawingml/2006/main" noGrp="1"/>
          </p:cNvSpPr>
          <p:nvPr/>
        </p:nvSpPr>
        <p:spPr>
          <a:xfrm xmlns:a="http://schemas.openxmlformats.org/drawingml/2006/main">
            <a:off x="9972675" y="204787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⑤ 次回生成へ</a:t>
            </a:r>
          </a:p>
        </p:txBody>
      </p:sp>
      <p:sp>
        <p:nvSpPr>
          <p:cNvPr id="21" name="impl-b-4">
            <a:extLst xmlns:a="http://schemas.openxmlformats.org/drawingml/2006/main">
              <a:ext uri="{FF2B5EF4-FFF2-40B4-BE49-F238E27FC236}">
                <a16:creationId xmlns:a16="http://schemas.microsoft.com/office/drawing/2014/main" id="{17FB3726-4FD7-4F6C-8802-A6D37DE030F8}"/>
              </a:ext>
            </a:extLst>
          </p:cNvPr>
          <p:cNvSpPr>
            <a:spLocks xmlns:a="http://schemas.openxmlformats.org/drawingml/2006/main" noGrp="1"/>
          </p:cNvSpPr>
          <p:nvPr/>
        </p:nvSpPr>
        <p:spPr>
          <a:xfrm xmlns:a="http://schemas.openxmlformats.org/drawingml/2006/main">
            <a:off x="9972675" y="2619375"/>
            <a:ext cx="1657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重複・矛盾を統合し</a:t>
            </a:r>
          </a:p>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該当時だけ指示に追加</a:t>
            </a:r>
          </a:p>
        </p:txBody>
      </p:sp>
      <p:sp>
        <p:nvSpPr>
          <p:cNvPr id="22" name="example-label">
            <a:extLst xmlns:a="http://schemas.openxmlformats.org/drawingml/2006/main">
              <a:ext uri="{FF2B5EF4-FFF2-40B4-BE49-F238E27FC236}">
                <a16:creationId xmlns:a16="http://schemas.microsoft.com/office/drawing/2014/main" id="{DFD0F6BB-03A2-4584-BBF6-61563EEF2036}"/>
              </a:ext>
            </a:extLst>
          </p:cNvPr>
          <p:cNvSpPr>
            <a:spLocks xmlns:a="http://schemas.openxmlformats.org/drawingml/2006/main" noGrp="1"/>
          </p:cNvSpPr>
          <p:nvPr/>
        </p:nvSpPr>
        <p:spPr>
          <a:xfrm xmlns:a="http://schemas.openxmlformats.org/drawingml/2006/main">
            <a:off x="619125" y="4048125"/>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実際の抽出例</a:t>
            </a:r>
          </a:p>
        </p:txBody>
      </p:sp>
      <p:sp>
        <p:nvSpPr>
          <p:cNvPr id="23" name="example-before">
            <a:extLst xmlns:a="http://schemas.openxmlformats.org/drawingml/2006/main">
              <a:ext uri="{FF2B5EF4-FFF2-40B4-BE49-F238E27FC236}">
                <a16:creationId xmlns:a16="http://schemas.microsoft.com/office/drawing/2014/main" id="{898608F1-4BBF-4419-BB39-B50B2A1B3448}"/>
              </a:ext>
            </a:extLst>
          </p:cNvPr>
          <p:cNvSpPr>
            <a:spLocks xmlns:a="http://schemas.openxmlformats.org/drawingml/2006/main" noGrp="1"/>
          </p:cNvSpPr>
          <p:nvPr/>
        </p:nvSpPr>
        <p:spPr>
          <a:xfrm xmlns:a="http://schemas.openxmlformats.org/drawingml/2006/main">
            <a:off x="619125" y="4476750"/>
            <a:ext cx="4095750" cy="904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4" name="example-before-t">
            <a:extLst xmlns:a="http://schemas.openxmlformats.org/drawingml/2006/main">
              <a:ext uri="{FF2B5EF4-FFF2-40B4-BE49-F238E27FC236}">
                <a16:creationId xmlns:a16="http://schemas.microsoft.com/office/drawing/2014/main" id="{6BE856A5-7531-49C0-984A-02B2A61C55AE}"/>
              </a:ext>
            </a:extLst>
          </p:cNvPr>
          <p:cNvSpPr>
            <a:spLocks xmlns:a="http://schemas.openxmlformats.org/drawingml/2006/main" noGrp="1"/>
          </p:cNvSpPr>
          <p:nvPr/>
        </p:nvSpPr>
        <p:spPr>
          <a:xfrm xmlns:a="http://schemas.openxmlformats.org/drawingml/2006/main">
            <a:off x="838200" y="4667250"/>
            <a:ext cx="3657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編集前</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「キーの役割を具体化します」</a:t>
            </a:r>
          </a:p>
        </p:txBody>
      </p:sp>
      <p:sp>
        <p:nvSpPr>
          <p:cNvPr id="25" name="example-arrow-1">
            <a:extLst xmlns:a="http://schemas.openxmlformats.org/drawingml/2006/main">
              <a:ext uri="{FF2B5EF4-FFF2-40B4-BE49-F238E27FC236}">
                <a16:creationId xmlns:a16="http://schemas.microsoft.com/office/drawing/2014/main" id="{8F15BCE7-AB1A-4876-BA74-93483CA42D5D}"/>
              </a:ext>
            </a:extLst>
          </p:cNvPr>
          <p:cNvSpPr>
            <a:spLocks xmlns:a="http://schemas.openxmlformats.org/drawingml/2006/main" noGrp="1"/>
          </p:cNvSpPr>
          <p:nvPr/>
        </p:nvSpPr>
        <p:spPr>
          <a:xfrm xmlns:a="http://schemas.openxmlformats.org/drawingml/2006/main">
            <a:off x="4857750" y="4924425"/>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6" name="example-after">
            <a:extLst xmlns:a="http://schemas.openxmlformats.org/drawingml/2006/main">
              <a:ext uri="{FF2B5EF4-FFF2-40B4-BE49-F238E27FC236}">
                <a16:creationId xmlns:a16="http://schemas.microsoft.com/office/drawing/2014/main" id="{65E5C3EB-3F27-479F-9506-1777CBEC050C}"/>
              </a:ext>
            </a:extLst>
          </p:cNvPr>
          <p:cNvSpPr>
            <a:spLocks xmlns:a="http://schemas.openxmlformats.org/drawingml/2006/main" noGrp="1"/>
          </p:cNvSpPr>
          <p:nvPr/>
        </p:nvSpPr>
        <p:spPr>
          <a:xfrm xmlns:a="http://schemas.openxmlformats.org/drawingml/2006/main">
            <a:off x="5524500" y="4476750"/>
            <a:ext cx="4095750" cy="904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7" name="example-after-t">
            <a:extLst xmlns:a="http://schemas.openxmlformats.org/drawingml/2006/main">
              <a:ext uri="{FF2B5EF4-FFF2-40B4-BE49-F238E27FC236}">
                <a16:creationId xmlns:a16="http://schemas.microsoft.com/office/drawing/2014/main" id="{F9584ADE-C388-4798-8CB1-0BB3A7ED6066}"/>
              </a:ext>
            </a:extLst>
          </p:cNvPr>
          <p:cNvSpPr>
            <a:spLocks xmlns:a="http://schemas.openxmlformats.org/drawingml/2006/main" noGrp="1"/>
          </p:cNvSpPr>
          <p:nvPr/>
        </p:nvSpPr>
        <p:spPr>
          <a:xfrm xmlns:a="http://schemas.openxmlformats.org/drawingml/2006/main">
            <a:off x="5715000" y="4638675"/>
            <a:ext cx="3714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編集後</a:t>
            </a:r>
          </a:p>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「主キーは行を一意に識別し、外部キーは表同士を結び付けます」</a:t>
            </a:r>
          </a:p>
        </p:txBody>
      </p:sp>
      <p:sp>
        <p:nvSpPr>
          <p:cNvPr id="28" name="example-arrow-2">
            <a:extLst xmlns:a="http://schemas.openxmlformats.org/drawingml/2006/main">
              <a:ext uri="{FF2B5EF4-FFF2-40B4-BE49-F238E27FC236}">
                <a16:creationId xmlns:a16="http://schemas.microsoft.com/office/drawing/2014/main" id="{A3DFB0FF-0999-4DE9-98B3-A4BDA56E6509}"/>
              </a:ext>
            </a:extLst>
          </p:cNvPr>
          <p:cNvSpPr>
            <a:spLocks xmlns:a="http://schemas.openxmlformats.org/drawingml/2006/main" noGrp="1"/>
          </p:cNvSpPr>
          <p:nvPr/>
        </p:nvSpPr>
        <p:spPr>
          <a:xfrm xmlns:a="http://schemas.openxmlformats.org/drawingml/2006/main">
            <a:off x="9744075" y="4924425"/>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9" name="example-pref">
            <a:extLst xmlns:a="http://schemas.openxmlformats.org/drawingml/2006/main">
              <a:ext uri="{FF2B5EF4-FFF2-40B4-BE49-F238E27FC236}">
                <a16:creationId xmlns:a16="http://schemas.microsoft.com/office/drawing/2014/main" id="{A7C5336F-F5B5-4B7D-A778-E2EAD399E240}"/>
              </a:ext>
            </a:extLst>
          </p:cNvPr>
          <p:cNvSpPr>
            <a:spLocks xmlns:a="http://schemas.openxmlformats.org/drawingml/2006/main" noGrp="1"/>
          </p:cNvSpPr>
          <p:nvPr/>
        </p:nvSpPr>
        <p:spPr>
          <a:xfrm xmlns:a="http://schemas.openxmlformats.org/drawingml/2006/main">
            <a:off x="10382250" y="4286250"/>
            <a:ext cx="1428750" cy="1285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30" name="example-pref-t">
            <a:extLst xmlns:a="http://schemas.openxmlformats.org/drawingml/2006/main">
              <a:ext uri="{FF2B5EF4-FFF2-40B4-BE49-F238E27FC236}">
                <a16:creationId xmlns:a16="http://schemas.microsoft.com/office/drawing/2014/main" id="{9B50054C-BF48-4876-82A1-27C671376BCB}"/>
              </a:ext>
            </a:extLst>
          </p:cNvPr>
          <p:cNvSpPr>
            <a:spLocks xmlns:a="http://schemas.openxmlformats.org/drawingml/2006/main" noGrp="1"/>
          </p:cNvSpPr>
          <p:nvPr/>
        </p:nvSpPr>
        <p:spPr>
          <a:xfrm xmlns:a="http://schemas.openxmlformats.org/drawingml/2006/main">
            <a:off x="10487025" y="4467225"/>
            <a:ext cx="12192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047"/>
          </a:bodyPr>
          <a:lstStyle xmlns:a="http://schemas.openxmlformats.org/drawingml/2006/main"/>
          <a:p xmlns:a="http://schemas.openxmlformats.org/drawingml/2006/main">
            <a:pPr algn="ctr">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抽出された好み</a:t>
            </a:r>
          </a:p>
          <a:p xmlns:a="http://schemas.openxmlformats.org/drawingml/2006/main">
            <a:r>
              <a:t/>
            </a:r>
          </a:p>
          <a:p xmlns:a="http://schemas.openxmlformats.org/drawingml/2006/main">
            <a:pPr algn="ctr">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曖昧な予告ではなく</a:t>
            </a:r>
          </a:p>
          <a:p xmlns:a="http://schemas.openxmlformats.org/drawingml/2006/main">
            <a:pPr algn="ctr">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主要内容を先に示す</a:t>
            </a:r>
          </a:p>
        </p:txBody>
      </p:sp>
      <p:sp>
        <p:nvSpPr>
          <p:cNvPr id="31" name="flow-foot">
            <a:extLst xmlns:a="http://schemas.openxmlformats.org/drawingml/2006/main">
              <a:ext uri="{FF2B5EF4-FFF2-40B4-BE49-F238E27FC236}">
                <a16:creationId xmlns:a16="http://schemas.microsoft.com/office/drawing/2014/main" id="{532A6406-6125-4CAB-B26C-FCE7175DDB15}"/>
              </a:ext>
            </a:extLst>
          </p:cNvPr>
          <p:cNvSpPr>
            <a:spLocks xmlns:a="http://schemas.openxmlformats.org/drawingml/2006/main" noGrp="1"/>
          </p:cNvSpPr>
          <p:nvPr/>
        </p:nvSpPr>
        <p:spPr>
          <a:xfrm xmlns:a="http://schemas.openxmlformats.org/drawingml/2006/main">
            <a:off x="1381125" y="5905500"/>
            <a:ext cx="942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元の編集文をそのまま貼るのではなく、次の教材にも使える一般的な指示に変換する</a:t>
            </a:r>
          </a:p>
        </p:txBody>
      </p:sp>
    </p:spTree>
    <p:extLst>
      <p:ext uri="{BB962C8B-B14F-4D97-AF65-F5344CB8AC3E}">
        <p14:creationId xmlns:p14="http://schemas.microsoft.com/office/powerpoint/2010/main" val="9580068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3">
            <a:extLst xmlns:a="http://schemas.openxmlformats.org/drawingml/2006/main">
              <a:ext uri="{FF2B5EF4-FFF2-40B4-BE49-F238E27FC236}">
                <a16:creationId xmlns:a16="http://schemas.microsoft.com/office/drawing/2014/main" id="{276B2EE7-E4B4-436E-846E-0BEC69C4105B}"/>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実際の連続利用に、効果測定用の比較を加えた</a:t>
            </a:r>
          </a:p>
        </p:txBody>
      </p:sp>
      <p:sp>
        <p:nvSpPr>
          <p:cNvPr id="2" name="page-3">
            <a:extLst xmlns:a="http://schemas.openxmlformats.org/drawingml/2006/main">
              <a:ext uri="{FF2B5EF4-FFF2-40B4-BE49-F238E27FC236}">
                <a16:creationId xmlns:a16="http://schemas.microsoft.com/office/drawing/2014/main" id="{C32BA1A5-1DEE-4D3E-8D7F-F9DD0E558E60}"/>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3</a:t>
            </a:r>
          </a:p>
        </p:txBody>
      </p:sp>
      <p:sp>
        <p:nvSpPr>
          <p:cNvPr id="3" name="legend-live">
            <a:extLst xmlns:a="http://schemas.openxmlformats.org/drawingml/2006/main">
              <a:ext uri="{FF2B5EF4-FFF2-40B4-BE49-F238E27FC236}">
                <a16:creationId xmlns:a16="http://schemas.microsoft.com/office/drawing/2014/main" id="{03B70980-6767-481F-A6ED-D8A94FD46F28}"/>
              </a:ext>
            </a:extLst>
          </p:cNvPr>
          <p:cNvSpPr>
            <a:spLocks xmlns:a="http://schemas.openxmlformats.org/drawingml/2006/main" noGrp="1"/>
          </p:cNvSpPr>
          <p:nvPr/>
        </p:nvSpPr>
        <p:spPr>
          <a:xfrm xmlns:a="http://schemas.openxmlformats.org/drawingml/2006/main">
            <a:off x="619125" y="1095375"/>
            <a:ext cx="209550" cy="209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legend-live-t">
            <a:extLst xmlns:a="http://schemas.openxmlformats.org/drawingml/2006/main">
              <a:ext uri="{FF2B5EF4-FFF2-40B4-BE49-F238E27FC236}">
                <a16:creationId xmlns:a16="http://schemas.microsoft.com/office/drawing/2014/main" id="{EB294CD0-1EF8-40FE-A3B9-793448FD546B}"/>
              </a:ext>
            </a:extLst>
          </p:cNvPr>
          <p:cNvSpPr>
            <a:spLocks xmlns:a="http://schemas.openxmlformats.org/drawingml/2006/main" noGrp="1"/>
          </p:cNvSpPr>
          <p:nvPr/>
        </p:nvSpPr>
        <p:spPr>
          <a:xfrm xmlns:a="http://schemas.openxmlformats.org/drawingml/2006/main">
            <a:off x="952500" y="1066800"/>
            <a:ext cx="423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実利用：編集履歴を次回へ引き継ぐ</a:t>
            </a:r>
          </a:p>
        </p:txBody>
      </p:sp>
      <p:sp>
        <p:nvSpPr>
          <p:cNvPr id="5" name="legend-control">
            <a:extLst xmlns:a="http://schemas.openxmlformats.org/drawingml/2006/main">
              <a:ext uri="{FF2B5EF4-FFF2-40B4-BE49-F238E27FC236}">
                <a16:creationId xmlns:a16="http://schemas.microsoft.com/office/drawing/2014/main" id="{B5D08D9B-7A5C-46AD-839D-981680B7B289}"/>
              </a:ext>
            </a:extLst>
          </p:cNvPr>
          <p:cNvSpPr>
            <a:spLocks xmlns:a="http://schemas.openxmlformats.org/drawingml/2006/main" noGrp="1"/>
          </p:cNvSpPr>
          <p:nvPr/>
        </p:nvSpPr>
        <p:spPr>
          <a:xfrm xmlns:a="http://schemas.openxmlformats.org/drawingml/2006/main">
            <a:off x="6477000" y="1095375"/>
            <a:ext cx="209550" cy="209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legend-control-t">
            <a:extLst xmlns:a="http://schemas.openxmlformats.org/drawingml/2006/main">
              <a:ext uri="{FF2B5EF4-FFF2-40B4-BE49-F238E27FC236}">
                <a16:creationId xmlns:a16="http://schemas.microsoft.com/office/drawing/2014/main" id="{72EE7C45-19BE-4BFB-A65B-B910464E443A}"/>
              </a:ext>
            </a:extLst>
          </p:cNvPr>
          <p:cNvSpPr>
            <a:spLocks xmlns:a="http://schemas.openxmlformats.org/drawingml/2006/main" noGrp="1"/>
          </p:cNvSpPr>
          <p:nvPr/>
        </p:nvSpPr>
        <p:spPr>
          <a:xfrm xmlns:a="http://schemas.openxmlformats.org/drawingml/2006/main">
            <a:off x="6810375" y="10668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比較用：履歴なしで生成し、次回へは引き継がない</a:t>
            </a:r>
          </a:p>
        </p:txBody>
      </p:sp>
      <p:sp>
        <p:nvSpPr>
          <p:cNvPr id="7" name="live-a1">
            <a:extLst xmlns:a="http://schemas.openxmlformats.org/drawingml/2006/main">
              <a:ext uri="{FF2B5EF4-FFF2-40B4-BE49-F238E27FC236}">
                <a16:creationId xmlns:a16="http://schemas.microsoft.com/office/drawing/2014/main" id="{0AF7886E-6CFD-465D-A6B8-8CA991EF0D58}"/>
              </a:ext>
            </a:extLst>
          </p:cNvPr>
          <p:cNvSpPr>
            <a:spLocks xmlns:a="http://schemas.openxmlformats.org/drawingml/2006/main" noGrp="1"/>
          </p:cNvSpPr>
          <p:nvPr/>
        </p:nvSpPr>
        <p:spPr>
          <a:xfrm xmlns:a="http://schemas.openxmlformats.org/drawingml/2006/main">
            <a:off x="3714750"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live-a2">
            <a:extLst xmlns:a="http://schemas.openxmlformats.org/drawingml/2006/main">
              <a:ext uri="{FF2B5EF4-FFF2-40B4-BE49-F238E27FC236}">
                <a16:creationId xmlns:a16="http://schemas.microsoft.com/office/drawing/2014/main" id="{8C345C6D-9F79-4877-B8DE-53C570C11F80}"/>
              </a:ext>
            </a:extLst>
          </p:cNvPr>
          <p:cNvSpPr>
            <a:spLocks xmlns:a="http://schemas.openxmlformats.org/drawingml/2006/main" noGrp="1"/>
          </p:cNvSpPr>
          <p:nvPr/>
        </p:nvSpPr>
        <p:spPr>
          <a:xfrm xmlns:a="http://schemas.openxmlformats.org/drawingml/2006/main">
            <a:off x="7667625"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rh-0">
            <a:extLst xmlns:a="http://schemas.openxmlformats.org/drawingml/2006/main">
              <a:ext uri="{FF2B5EF4-FFF2-40B4-BE49-F238E27FC236}">
                <a16:creationId xmlns:a16="http://schemas.microsoft.com/office/drawing/2014/main" id="{573F6279-2AAE-4AE9-B59A-C3DE9120552A}"/>
              </a:ext>
            </a:extLst>
          </p:cNvPr>
          <p:cNvSpPr>
            <a:spLocks xmlns:a="http://schemas.openxmlformats.org/drawingml/2006/main" noGrp="1"/>
          </p:cNvSpPr>
          <p:nvPr/>
        </p:nvSpPr>
        <p:spPr>
          <a:xfrm xmlns:a="http://schemas.openxmlformats.org/drawingml/2006/main">
            <a:off x="52387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1回目</a:t>
            </a:r>
          </a:p>
        </p:txBody>
      </p:sp>
      <p:sp>
        <p:nvSpPr>
          <p:cNvPr id="10" name="live-0">
            <a:extLst xmlns:a="http://schemas.openxmlformats.org/drawingml/2006/main">
              <a:ext uri="{FF2B5EF4-FFF2-40B4-BE49-F238E27FC236}">
                <a16:creationId xmlns:a16="http://schemas.microsoft.com/office/drawing/2014/main" id="{874E1426-7E2C-4032-AA89-5D58C0AAF3F0}"/>
              </a:ext>
            </a:extLst>
          </p:cNvPr>
          <p:cNvSpPr>
            <a:spLocks xmlns:a="http://schemas.openxmlformats.org/drawingml/2006/main" noGrp="1"/>
          </p:cNvSpPr>
          <p:nvPr/>
        </p:nvSpPr>
        <p:spPr>
          <a:xfrm xmlns:a="http://schemas.openxmlformats.org/drawingml/2006/main">
            <a:off x="52387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live-mark-0">
            <a:extLst xmlns:a="http://schemas.openxmlformats.org/drawingml/2006/main">
              <a:ext uri="{FF2B5EF4-FFF2-40B4-BE49-F238E27FC236}">
                <a16:creationId xmlns:a16="http://schemas.microsoft.com/office/drawing/2014/main" id="{94E1BCD9-AF0B-4869-9B1D-E3D330968D73}"/>
              </a:ext>
            </a:extLst>
          </p:cNvPr>
          <p:cNvSpPr>
            <a:spLocks xmlns:a="http://schemas.openxmlformats.org/drawingml/2006/main" noGrp="1"/>
          </p:cNvSpPr>
          <p:nvPr/>
        </p:nvSpPr>
        <p:spPr>
          <a:xfrm xmlns:a="http://schemas.openxmlformats.org/drawingml/2006/main">
            <a:off x="52387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ive-t-0">
            <a:extLst xmlns:a="http://schemas.openxmlformats.org/drawingml/2006/main">
              <a:ext uri="{FF2B5EF4-FFF2-40B4-BE49-F238E27FC236}">
                <a16:creationId xmlns:a16="http://schemas.microsoft.com/office/drawing/2014/main" id="{D6FFFB75-BB62-4E87-B215-CB7C45750D4E}"/>
              </a:ext>
            </a:extLst>
          </p:cNvPr>
          <p:cNvSpPr>
            <a:spLocks xmlns:a="http://schemas.openxmlformats.org/drawingml/2006/main" noGrp="1"/>
          </p:cNvSpPr>
          <p:nvPr/>
        </p:nvSpPr>
        <p:spPr>
          <a:xfrm xmlns:a="http://schemas.openxmlformats.org/drawingml/2006/main">
            <a:off x="82867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履歴なしで生成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好み履歴①を作る</a:t>
            </a:r>
          </a:p>
        </p:txBody>
      </p:sp>
      <p:sp>
        <p:nvSpPr>
          <p:cNvPr id="13" name="rh-1">
            <a:extLst xmlns:a="http://schemas.openxmlformats.org/drawingml/2006/main">
              <a:ext uri="{FF2B5EF4-FFF2-40B4-BE49-F238E27FC236}">
                <a16:creationId xmlns:a16="http://schemas.microsoft.com/office/drawing/2014/main" id="{27E93D96-D91E-4F56-BEC6-C46EFF8FD8CF}"/>
              </a:ext>
            </a:extLst>
          </p:cNvPr>
          <p:cNvSpPr>
            <a:spLocks xmlns:a="http://schemas.openxmlformats.org/drawingml/2006/main" noGrp="1"/>
          </p:cNvSpPr>
          <p:nvPr/>
        </p:nvSpPr>
        <p:spPr>
          <a:xfrm xmlns:a="http://schemas.openxmlformats.org/drawingml/2006/main">
            <a:off x="4476750"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2回目</a:t>
            </a:r>
          </a:p>
        </p:txBody>
      </p:sp>
      <p:sp>
        <p:nvSpPr>
          <p:cNvPr id="14" name="live-1">
            <a:extLst xmlns:a="http://schemas.openxmlformats.org/drawingml/2006/main">
              <a:ext uri="{FF2B5EF4-FFF2-40B4-BE49-F238E27FC236}">
                <a16:creationId xmlns:a16="http://schemas.microsoft.com/office/drawing/2014/main" id="{13A3A594-A38B-458D-BF5D-67C58BC7FC75}"/>
              </a:ext>
            </a:extLst>
          </p:cNvPr>
          <p:cNvSpPr>
            <a:spLocks xmlns:a="http://schemas.openxmlformats.org/drawingml/2006/main" noGrp="1"/>
          </p:cNvSpPr>
          <p:nvPr/>
        </p:nvSpPr>
        <p:spPr>
          <a:xfrm xmlns:a="http://schemas.openxmlformats.org/drawingml/2006/main">
            <a:off x="4476750"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live-mark-1">
            <a:extLst xmlns:a="http://schemas.openxmlformats.org/drawingml/2006/main">
              <a:ext uri="{FF2B5EF4-FFF2-40B4-BE49-F238E27FC236}">
                <a16:creationId xmlns:a16="http://schemas.microsoft.com/office/drawing/2014/main" id="{0DD80B5F-CFFA-48B3-9887-A42C987C1147}"/>
              </a:ext>
            </a:extLst>
          </p:cNvPr>
          <p:cNvSpPr>
            <a:spLocks xmlns:a="http://schemas.openxmlformats.org/drawingml/2006/main" noGrp="1"/>
          </p:cNvSpPr>
          <p:nvPr/>
        </p:nvSpPr>
        <p:spPr>
          <a:xfrm xmlns:a="http://schemas.openxmlformats.org/drawingml/2006/main">
            <a:off x="4476750"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ive-t-1">
            <a:extLst xmlns:a="http://schemas.openxmlformats.org/drawingml/2006/main">
              <a:ext uri="{FF2B5EF4-FFF2-40B4-BE49-F238E27FC236}">
                <a16:creationId xmlns:a16="http://schemas.microsoft.com/office/drawing/2014/main" id="{3921C6E6-AC8E-40B9-A95E-BEB7C3FCB7DE}"/>
              </a:ext>
            </a:extLst>
          </p:cNvPr>
          <p:cNvSpPr>
            <a:spLocks xmlns:a="http://schemas.openxmlformats.org/drawingml/2006/main" noGrp="1"/>
          </p:cNvSpPr>
          <p:nvPr/>
        </p:nvSpPr>
        <p:spPr>
          <a:xfrm xmlns:a="http://schemas.openxmlformats.org/drawingml/2006/main">
            <a:off x="4781550"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履歴①で新教材を生成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好み履歴②を追加</a:t>
            </a:r>
          </a:p>
        </p:txBody>
      </p:sp>
      <p:sp>
        <p:nvSpPr>
          <p:cNvPr id="17" name="rh-2">
            <a:extLst xmlns:a="http://schemas.openxmlformats.org/drawingml/2006/main">
              <a:ext uri="{FF2B5EF4-FFF2-40B4-BE49-F238E27FC236}">
                <a16:creationId xmlns:a16="http://schemas.microsoft.com/office/drawing/2014/main" id="{1E4E1C69-87A2-4F0C-AC73-243F80FFF38C}"/>
              </a:ext>
            </a:extLst>
          </p:cNvPr>
          <p:cNvSpPr>
            <a:spLocks xmlns:a="http://schemas.openxmlformats.org/drawingml/2006/main" noGrp="1"/>
          </p:cNvSpPr>
          <p:nvPr/>
        </p:nvSpPr>
        <p:spPr>
          <a:xfrm xmlns:a="http://schemas.openxmlformats.org/drawingml/2006/main">
            <a:off x="842962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3回目</a:t>
            </a:r>
          </a:p>
        </p:txBody>
      </p:sp>
      <p:sp>
        <p:nvSpPr>
          <p:cNvPr id="18" name="live-2">
            <a:extLst xmlns:a="http://schemas.openxmlformats.org/drawingml/2006/main">
              <a:ext uri="{FF2B5EF4-FFF2-40B4-BE49-F238E27FC236}">
                <a16:creationId xmlns:a16="http://schemas.microsoft.com/office/drawing/2014/main" id="{59F70766-99BF-4FBB-99BD-5A8DB31BA179}"/>
              </a:ext>
            </a:extLst>
          </p:cNvPr>
          <p:cNvSpPr>
            <a:spLocks xmlns:a="http://schemas.openxmlformats.org/drawingml/2006/main" noGrp="1"/>
          </p:cNvSpPr>
          <p:nvPr/>
        </p:nvSpPr>
        <p:spPr>
          <a:xfrm xmlns:a="http://schemas.openxmlformats.org/drawingml/2006/main">
            <a:off x="842962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9" name="live-mark-2">
            <a:extLst xmlns:a="http://schemas.openxmlformats.org/drawingml/2006/main">
              <a:ext uri="{FF2B5EF4-FFF2-40B4-BE49-F238E27FC236}">
                <a16:creationId xmlns:a16="http://schemas.microsoft.com/office/drawing/2014/main" id="{E4157F9F-3655-43AE-A18F-23D611661E73}"/>
              </a:ext>
            </a:extLst>
          </p:cNvPr>
          <p:cNvSpPr>
            <a:spLocks xmlns:a="http://schemas.openxmlformats.org/drawingml/2006/main" noGrp="1"/>
          </p:cNvSpPr>
          <p:nvPr/>
        </p:nvSpPr>
        <p:spPr>
          <a:xfrm xmlns:a="http://schemas.openxmlformats.org/drawingml/2006/main">
            <a:off x="842962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live-t-2">
            <a:extLst xmlns:a="http://schemas.openxmlformats.org/drawingml/2006/main">
              <a:ext uri="{FF2B5EF4-FFF2-40B4-BE49-F238E27FC236}">
                <a16:creationId xmlns:a16="http://schemas.microsoft.com/office/drawing/2014/main" id="{5750AB0A-5701-4526-9BD1-56407F069AEE}"/>
              </a:ext>
            </a:extLst>
          </p:cNvPr>
          <p:cNvSpPr>
            <a:spLocks xmlns:a="http://schemas.openxmlformats.org/drawingml/2006/main" noGrp="1"/>
          </p:cNvSpPr>
          <p:nvPr/>
        </p:nvSpPr>
        <p:spPr>
          <a:xfrm xmlns:a="http://schemas.openxmlformats.org/drawingml/2006/main">
            <a:off x="873442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履歴①＋②で</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p:txBody>
      </p:sp>
      <p:sp>
        <p:nvSpPr>
          <p:cNvPr id="21" name="control-1">
            <a:extLst xmlns:a="http://schemas.openxmlformats.org/drawingml/2006/main">
              <a:ext uri="{FF2B5EF4-FFF2-40B4-BE49-F238E27FC236}">
                <a16:creationId xmlns:a16="http://schemas.microsoft.com/office/drawing/2014/main" id="{2108E841-FB43-4C2B-9802-C5D1E9A9E253}"/>
              </a:ext>
            </a:extLst>
          </p:cNvPr>
          <p:cNvSpPr>
            <a:spLocks xmlns:a="http://schemas.openxmlformats.org/drawingml/2006/main" noGrp="1"/>
          </p:cNvSpPr>
          <p:nvPr/>
        </p:nvSpPr>
        <p:spPr>
          <a:xfrm xmlns:a="http://schemas.openxmlformats.org/drawingml/2006/main">
            <a:off x="4476750"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2" name="control-t-1">
            <a:extLst xmlns:a="http://schemas.openxmlformats.org/drawingml/2006/main">
              <a:ext uri="{FF2B5EF4-FFF2-40B4-BE49-F238E27FC236}">
                <a16:creationId xmlns:a16="http://schemas.microsoft.com/office/drawing/2014/main" id="{D66B154C-2FBB-4439-B689-7CB956D3E3BF}"/>
              </a:ext>
            </a:extLst>
          </p:cNvPr>
          <p:cNvSpPr>
            <a:spLocks xmlns:a="http://schemas.openxmlformats.org/drawingml/2006/main" noGrp="1"/>
          </p:cNvSpPr>
          <p:nvPr/>
        </p:nvSpPr>
        <p:spPr>
          <a:xfrm xmlns:a="http://schemas.openxmlformats.org/drawingml/2006/main">
            <a:off x="4714875" y="44481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45"/>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同じ2回目教材を履歴なしでも生成</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 実利用側との要修正文率を比較</a:t>
            </a:r>
          </a:p>
        </p:txBody>
      </p:sp>
      <p:sp>
        <p:nvSpPr>
          <p:cNvPr id="23" name="control-2">
            <a:extLst xmlns:a="http://schemas.openxmlformats.org/drawingml/2006/main">
              <a:ext uri="{FF2B5EF4-FFF2-40B4-BE49-F238E27FC236}">
                <a16:creationId xmlns:a16="http://schemas.microsoft.com/office/drawing/2014/main" id="{B42E789F-4A8C-4250-AB29-8A7DF40C5E38}"/>
              </a:ext>
            </a:extLst>
          </p:cNvPr>
          <p:cNvSpPr>
            <a:spLocks xmlns:a="http://schemas.openxmlformats.org/drawingml/2006/main" noGrp="1"/>
          </p:cNvSpPr>
          <p:nvPr/>
        </p:nvSpPr>
        <p:spPr>
          <a:xfrm xmlns:a="http://schemas.openxmlformats.org/drawingml/2006/main">
            <a:off x="8429625"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4" name="control-t-2">
            <a:extLst xmlns:a="http://schemas.openxmlformats.org/drawingml/2006/main">
              <a:ext uri="{FF2B5EF4-FFF2-40B4-BE49-F238E27FC236}">
                <a16:creationId xmlns:a16="http://schemas.microsoft.com/office/drawing/2014/main" id="{4E1A13BC-9205-49C6-AC8C-DA35B4F923BE}"/>
              </a:ext>
            </a:extLst>
          </p:cNvPr>
          <p:cNvSpPr>
            <a:spLocks xmlns:a="http://schemas.openxmlformats.org/drawingml/2006/main" noGrp="1"/>
          </p:cNvSpPr>
          <p:nvPr/>
        </p:nvSpPr>
        <p:spPr>
          <a:xfrm xmlns:a="http://schemas.openxmlformats.org/drawingml/2006/main">
            <a:off x="8667750" y="44481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45"/>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同じ3回目教材を履歴なしでも生成</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 実利用側との要修正文率を比較</a:t>
            </a:r>
          </a:p>
        </p:txBody>
      </p:sp>
      <p:sp>
        <p:nvSpPr>
          <p:cNvPr id="25" name="no-feed-1">
            <a:extLst xmlns:a="http://schemas.openxmlformats.org/drawingml/2006/main">
              <a:ext uri="{FF2B5EF4-FFF2-40B4-BE49-F238E27FC236}">
                <a16:creationId xmlns:a16="http://schemas.microsoft.com/office/drawing/2014/main" id="{90CDF6E8-529D-4519-8664-936F17AC79CC}"/>
              </a:ext>
            </a:extLst>
          </p:cNvPr>
          <p:cNvSpPr>
            <a:spLocks xmlns:a="http://schemas.openxmlformats.org/drawingml/2006/main" noGrp="1"/>
          </p:cNvSpPr>
          <p:nvPr/>
        </p:nvSpPr>
        <p:spPr>
          <a:xfrm xmlns:a="http://schemas.openxmlformats.org/drawingml/2006/main">
            <a:off x="4953000"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6" name="no-feed-2">
            <a:extLst xmlns:a="http://schemas.openxmlformats.org/drawingml/2006/main">
              <a:ext uri="{FF2B5EF4-FFF2-40B4-BE49-F238E27FC236}">
                <a16:creationId xmlns:a16="http://schemas.microsoft.com/office/drawing/2014/main" id="{97A8C8B1-9D5D-482A-8A55-A649523EE989}"/>
              </a:ext>
            </a:extLst>
          </p:cNvPr>
          <p:cNvSpPr>
            <a:spLocks xmlns:a="http://schemas.openxmlformats.org/drawingml/2006/main" noGrp="1"/>
          </p:cNvSpPr>
          <p:nvPr/>
        </p:nvSpPr>
        <p:spPr>
          <a:xfrm xmlns:a="http://schemas.openxmlformats.org/drawingml/2006/main">
            <a:off x="8905875"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7" name="key">
            <a:extLst xmlns:a="http://schemas.openxmlformats.org/drawingml/2006/main">
              <a:ext uri="{FF2B5EF4-FFF2-40B4-BE49-F238E27FC236}">
                <a16:creationId xmlns:a16="http://schemas.microsoft.com/office/drawing/2014/main" id="{4857E7E2-686A-4A70-95DB-76ED510A1743}"/>
              </a:ext>
            </a:extLst>
          </p:cNvPr>
          <p:cNvSpPr>
            <a:spLocks xmlns:a="http://schemas.openxmlformats.org/drawingml/2006/main" noGrp="1"/>
          </p:cNvSpPr>
          <p:nvPr/>
        </p:nvSpPr>
        <p:spPr>
          <a:xfrm xmlns:a="http://schemas.openxmlformats.org/drawingml/2006/main">
            <a:off x="1381125" y="5953125"/>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次回へ進むのは青い経路だけ。灰色は好み反映の効果を測るための比較用Control</a:t>
            </a:r>
          </a:p>
        </p:txBody>
      </p:sp>
    </p:spTree>
    <p:extLst>
      <p:ext uri="{BB962C8B-B14F-4D97-AF65-F5344CB8AC3E}">
        <p14:creationId xmlns:p14="http://schemas.microsoft.com/office/powerpoint/2010/main" val="14704246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4">
            <a:extLst xmlns:a="http://schemas.openxmlformats.org/drawingml/2006/main">
              <a:ext uri="{FF2B5EF4-FFF2-40B4-BE49-F238E27FC236}">
                <a16:creationId xmlns:a16="http://schemas.microsoft.com/office/drawing/2014/main" id="{036EB328-EA4E-4877-863F-DEBFA2BD7B08}"/>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編集回数は決めず、必要な文だけを直した</a:t>
            </a:r>
          </a:p>
        </p:txBody>
      </p:sp>
      <p:sp>
        <p:nvSpPr>
          <p:cNvPr id="2" name="page-4">
            <a:extLst xmlns:a="http://schemas.openxmlformats.org/drawingml/2006/main">
              <a:ext uri="{FF2B5EF4-FFF2-40B4-BE49-F238E27FC236}">
                <a16:creationId xmlns:a16="http://schemas.microsoft.com/office/drawing/2014/main" id="{FD4E0E2D-79B6-446C-A312-FC48380A4B81}"/>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4</a:t>
            </a:r>
          </a:p>
        </p:txBody>
      </p:sp>
      <p:sp>
        <p:nvSpPr>
          <p:cNvPr id="3" name="policy">
            <a:extLst xmlns:a="http://schemas.openxmlformats.org/drawingml/2006/main">
              <a:ext uri="{FF2B5EF4-FFF2-40B4-BE49-F238E27FC236}">
                <a16:creationId xmlns:a16="http://schemas.microsoft.com/office/drawing/2014/main" id="{2ACC230A-B945-4D79-9404-16E20F2E0818}"/>
              </a:ext>
            </a:extLst>
          </p:cNvPr>
          <p:cNvSpPr>
            <a:spLocks xmlns:a="http://schemas.openxmlformats.org/drawingml/2006/main" noGrp="1"/>
          </p:cNvSpPr>
          <p:nvPr/>
        </p:nvSpPr>
        <p:spPr>
          <a:xfrm xmlns:a="http://schemas.openxmlformats.org/drawingml/2006/main">
            <a:off x="1238250" y="125730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各好みの方針に照らし、すでに満たしている文は変更しない</a:t>
            </a:r>
          </a:p>
        </p:txBody>
      </p:sp>
      <p:sp>
        <p:nvSpPr>
          <p:cNvPr id="4" name="ex1-h">
            <a:extLst xmlns:a="http://schemas.openxmlformats.org/drawingml/2006/main">
              <a:ext uri="{FF2B5EF4-FFF2-40B4-BE49-F238E27FC236}">
                <a16:creationId xmlns:a16="http://schemas.microsoft.com/office/drawing/2014/main" id="{BA26273D-A941-43E3-A12B-12C2B2721329}"/>
              </a:ext>
            </a:extLst>
          </p:cNvPr>
          <p:cNvSpPr>
            <a:spLocks xmlns:a="http://schemas.openxmlformats.org/drawingml/2006/main" noGrp="1"/>
          </p:cNvSpPr>
          <p:nvPr/>
        </p:nvSpPr>
        <p:spPr>
          <a:xfrm xmlns:a="http://schemas.openxmlformats.org/drawingml/2006/main">
            <a:off x="666750" y="21907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例：簡潔にする</a:t>
            </a:r>
          </a:p>
        </p:txBody>
      </p:sp>
      <p:sp>
        <p:nvSpPr>
          <p:cNvPr id="5" name="ex1-b">
            <a:extLst xmlns:a="http://schemas.openxmlformats.org/drawingml/2006/main">
              <a:ext uri="{FF2B5EF4-FFF2-40B4-BE49-F238E27FC236}">
                <a16:creationId xmlns:a16="http://schemas.microsoft.com/office/drawing/2014/main" id="{C90D4BE9-6C46-449F-AB9F-557A1D6BF44F}"/>
              </a:ext>
            </a:extLst>
          </p:cNvPr>
          <p:cNvSpPr>
            <a:spLocks xmlns:a="http://schemas.openxmlformats.org/drawingml/2006/main" noGrp="1"/>
          </p:cNvSpPr>
          <p:nvPr/>
        </p:nvSpPr>
        <p:spPr>
          <a:xfrm xmlns:a="http://schemas.openxmlformats.org/drawingml/2006/main">
            <a:off x="666750" y="2714625"/>
            <a:ext cx="4810125"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ex1-bt">
            <a:extLst xmlns:a="http://schemas.openxmlformats.org/drawingml/2006/main">
              <a:ext uri="{FF2B5EF4-FFF2-40B4-BE49-F238E27FC236}">
                <a16:creationId xmlns:a16="http://schemas.microsoft.com/office/drawing/2014/main" id="{38F8AA49-3728-4FD6-8C62-A34E05FF6D6E}"/>
              </a:ext>
            </a:extLst>
          </p:cNvPr>
          <p:cNvSpPr>
            <a:spLocks xmlns:a="http://schemas.openxmlformats.org/drawingml/2006/main" noGrp="1"/>
          </p:cNvSpPr>
          <p:nvPr/>
        </p:nvSpPr>
        <p:spPr>
          <a:xfrm xmlns:a="http://schemas.openxmlformats.org/drawingml/2006/main">
            <a:off x="904875"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「アクセスを与える前に相手が誰かを確認する」</a:t>
            </a:r>
          </a:p>
        </p:txBody>
      </p:sp>
      <p:sp>
        <p:nvSpPr>
          <p:cNvPr id="7" name="ex1-a">
            <a:extLst xmlns:a="http://schemas.openxmlformats.org/drawingml/2006/main">
              <a:ext uri="{FF2B5EF4-FFF2-40B4-BE49-F238E27FC236}">
                <a16:creationId xmlns:a16="http://schemas.microsoft.com/office/drawing/2014/main" id="{BB1D4386-A839-458A-BBDA-929AF91ACC17}"/>
              </a:ext>
            </a:extLst>
          </p:cNvPr>
          <p:cNvSpPr>
            <a:spLocks xmlns:a="http://schemas.openxmlformats.org/drawingml/2006/main" noGrp="1"/>
          </p:cNvSpPr>
          <p:nvPr/>
        </p:nvSpPr>
        <p:spPr>
          <a:xfrm xmlns:a="http://schemas.openxmlformats.org/drawingml/2006/main">
            <a:off x="6715125" y="2714625"/>
            <a:ext cx="4810125" cy="1000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ex1-at">
            <a:extLst xmlns:a="http://schemas.openxmlformats.org/drawingml/2006/main">
              <a:ext uri="{FF2B5EF4-FFF2-40B4-BE49-F238E27FC236}">
                <a16:creationId xmlns:a16="http://schemas.microsoft.com/office/drawing/2014/main" id="{7AC6240A-A109-4E44-9CC1-0392619430FD}"/>
              </a:ext>
            </a:extLst>
          </p:cNvPr>
          <p:cNvSpPr>
            <a:spLocks xmlns:a="http://schemas.openxmlformats.org/drawingml/2006/main" noGrp="1"/>
          </p:cNvSpPr>
          <p:nvPr/>
        </p:nvSpPr>
        <p:spPr>
          <a:xfrm xmlns:a="http://schemas.openxmlformats.org/drawingml/2006/main">
            <a:off x="6953250"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編集後</a:t>
            </a:r>
          </a:p>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「アクセス前に相手が誰かを確認する」</a:t>
            </a:r>
          </a:p>
        </p:txBody>
      </p:sp>
      <p:sp>
        <p:nvSpPr>
          <p:cNvPr id="9" name="ex-arrow">
            <a:extLst xmlns:a="http://schemas.openxmlformats.org/drawingml/2006/main">
              <a:ext uri="{FF2B5EF4-FFF2-40B4-BE49-F238E27FC236}">
                <a16:creationId xmlns:a16="http://schemas.microsoft.com/office/drawing/2014/main" id="{D47B73AD-0AD2-4A97-B699-A807EF7983FA}"/>
              </a:ext>
            </a:extLst>
          </p:cNvPr>
          <p:cNvSpPr>
            <a:spLocks xmlns:a="http://schemas.openxmlformats.org/drawingml/2006/main" noGrp="1"/>
          </p:cNvSpPr>
          <p:nvPr/>
        </p:nvSpPr>
        <p:spPr>
          <a:xfrm xmlns:a="http://schemas.openxmlformats.org/drawingml/2006/main">
            <a:off x="5667375"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ex2-h">
            <a:extLst xmlns:a="http://schemas.openxmlformats.org/drawingml/2006/main">
              <a:ext uri="{FF2B5EF4-FFF2-40B4-BE49-F238E27FC236}">
                <a16:creationId xmlns:a16="http://schemas.microsoft.com/office/drawing/2014/main" id="{999AB46F-85AF-4C7A-B3D0-500DE579AECA}"/>
              </a:ext>
            </a:extLst>
          </p:cNvPr>
          <p:cNvSpPr>
            <a:spLocks xmlns:a="http://schemas.openxmlformats.org/drawingml/2006/main" noGrp="1"/>
          </p:cNvSpPr>
          <p:nvPr/>
        </p:nvSpPr>
        <p:spPr>
          <a:xfrm xmlns:a="http://schemas.openxmlformats.org/drawingml/2006/main">
            <a:off x="666750" y="43338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好みによって編集対象が違う</a:t>
            </a:r>
          </a:p>
        </p:txBody>
      </p:sp>
      <p:sp>
        <p:nvSpPr>
          <p:cNvPr id="11" name="ex2">
            <a:extLst xmlns:a="http://schemas.openxmlformats.org/drawingml/2006/main">
              <a:ext uri="{FF2B5EF4-FFF2-40B4-BE49-F238E27FC236}">
                <a16:creationId xmlns:a16="http://schemas.microsoft.com/office/drawing/2014/main" id="{D5079277-DDC8-4DE0-A170-B9B2804BA0F4}"/>
              </a:ext>
            </a:extLst>
          </p:cNvPr>
          <p:cNvSpPr>
            <a:spLocks xmlns:a="http://schemas.openxmlformats.org/drawingml/2006/main" noGrp="1"/>
          </p:cNvSpPr>
          <p:nvPr/>
        </p:nvSpPr>
        <p:spPr>
          <a:xfrm xmlns:a="http://schemas.openxmlformats.org/drawingml/2006/main">
            <a:off x="666750" y="4905375"/>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定義重視 22.9%　／　具体例重視 12.6%　／　結論先行 4.7%　／　簡潔さ重視 25.5%</a:t>
            </a:r>
          </a:p>
        </p:txBody>
      </p:sp>
      <p:sp>
        <p:nvSpPr>
          <p:cNvPr id="12" name="ex-foot">
            <a:extLst xmlns:a="http://schemas.openxmlformats.org/drawingml/2006/main">
              <a:ext uri="{FF2B5EF4-FFF2-40B4-BE49-F238E27FC236}">
                <a16:creationId xmlns:a16="http://schemas.microsoft.com/office/drawing/2014/main" id="{5A36ED75-57D7-4146-B897-1DBA79CCEB3D}"/>
              </a:ext>
            </a:extLst>
          </p:cNvPr>
          <p:cNvSpPr>
            <a:spLocks xmlns:a="http://schemas.openxmlformats.org/drawingml/2006/main" noGrp="1"/>
          </p:cNvSpPr>
          <p:nvPr/>
        </p:nvSpPr>
        <p:spPr>
          <a:xfrm xmlns:a="http://schemas.openxmlformats.org/drawingml/2006/main">
            <a:off x="1428750" y="57626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61666E"/>
                </a:solidFill>
                <a:latin typeface="Helvetica Neue"/>
                <a:ea typeface="Helvetica Neue"/>
                <a:cs typeface="Helvetica Neue"/>
              </a:defRPr>
            </a:pPr>
            <a:r>
              <a:rPr sz="1575" b="0">
                <a:solidFill>
                  <a:srgbClr val="61666E"/>
                </a:solidFill>
                <a:latin typeface="Helvetica Neue"/>
                <a:ea typeface="Helvetica Neue"/>
                <a:cs typeface="Helvetica Neue"/>
              </a:rPr>
              <a:t>固定件数の編集ではないため、台本がすでに好みに合えば0文になる</a:t>
            </a:r>
          </a:p>
        </p:txBody>
      </p:sp>
    </p:spTree>
    <p:extLst>
      <p:ext uri="{BB962C8B-B14F-4D97-AF65-F5344CB8AC3E}">
        <p14:creationId xmlns:p14="http://schemas.microsoft.com/office/powerpoint/2010/main" val="10469001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5">
            <a:extLst xmlns:a="http://schemas.openxmlformats.org/drawingml/2006/main">
              <a:ext uri="{FF2B5EF4-FFF2-40B4-BE49-F238E27FC236}">
                <a16:creationId xmlns:a16="http://schemas.microsoft.com/office/drawing/2014/main" id="{AB2F59FB-C56A-42A9-8337-818BFB918001}"/>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主指標は「修正が必要だった文の割合」</a:t>
            </a:r>
          </a:p>
        </p:txBody>
      </p:sp>
      <p:sp>
        <p:nvSpPr>
          <p:cNvPr id="2" name="page-5">
            <a:extLst xmlns:a="http://schemas.openxmlformats.org/drawingml/2006/main">
              <a:ext uri="{FF2B5EF4-FFF2-40B4-BE49-F238E27FC236}">
                <a16:creationId xmlns:a16="http://schemas.microsoft.com/office/drawing/2014/main" id="{D384048F-8BED-4A31-BCC9-600FECC5E0C1}"/>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5</a:t>
            </a:r>
          </a:p>
        </p:txBody>
      </p:sp>
      <p:sp>
        <p:nvSpPr>
          <p:cNvPr id="3" name="plain-definition">
            <a:extLst xmlns:a="http://schemas.openxmlformats.org/drawingml/2006/main">
              <a:ext uri="{FF2B5EF4-FFF2-40B4-BE49-F238E27FC236}">
                <a16:creationId xmlns:a16="http://schemas.microsoft.com/office/drawing/2014/main" id="{87C8A917-2870-465E-816E-752389F0237E}"/>
              </a:ext>
            </a:extLst>
          </p:cNvPr>
          <p:cNvSpPr>
            <a:spLocks xmlns:a="http://schemas.openxmlformats.org/drawingml/2006/main" noGrp="1"/>
          </p:cNvSpPr>
          <p:nvPr/>
        </p:nvSpPr>
        <p:spPr>
          <a:xfrm xmlns:a="http://schemas.openxmlformats.org/drawingml/2006/main">
            <a:off x="1571625" y="1143000"/>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111111"/>
                </a:solidFill>
                <a:latin typeface="Helvetica Neue"/>
                <a:ea typeface="Helvetica Neue"/>
                <a:cs typeface="Helvetica Neue"/>
              </a:defRPr>
            </a:pPr>
            <a:r>
              <a:rPr sz="2175" b="1">
                <a:solidFill>
                  <a:srgbClr val="111111"/>
                </a:solidFill>
                <a:latin typeface="Helvetica Neue"/>
                <a:ea typeface="Helvetica Neue"/>
                <a:cs typeface="Helvetica Neue"/>
              </a:rPr>
              <a:t>要修正文率 ＝ 修正した文数 ÷ 生成台本の全文数</a:t>
            </a:r>
          </a:p>
        </p:txBody>
      </p:sp>
      <p:sp>
        <p:nvSpPr>
          <p:cNvPr id="4" name="metric-arrow-1">
            <a:extLst xmlns:a="http://schemas.openxmlformats.org/drawingml/2006/main">
              <a:ext uri="{FF2B5EF4-FFF2-40B4-BE49-F238E27FC236}">
                <a16:creationId xmlns:a16="http://schemas.microsoft.com/office/drawing/2014/main" id="{032A0BF7-B283-4EFF-81DB-86C6ABD2E8D5}"/>
              </a:ext>
            </a:extLst>
          </p:cNvPr>
          <p:cNvSpPr>
            <a:spLocks xmlns:a="http://schemas.openxmlformats.org/drawingml/2006/main" noGrp="1"/>
          </p:cNvSpPr>
          <p:nvPr/>
        </p:nvSpPr>
        <p:spPr>
          <a:xfrm xmlns:a="http://schemas.openxmlformats.org/drawingml/2006/main">
            <a:off x="5429250" y="3190875"/>
            <a:ext cx="10477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example-h">
            <a:extLst xmlns:a="http://schemas.openxmlformats.org/drawingml/2006/main">
              <a:ext uri="{FF2B5EF4-FFF2-40B4-BE49-F238E27FC236}">
                <a16:creationId xmlns:a16="http://schemas.microsoft.com/office/drawing/2014/main" id="{7E173EDC-CA8C-4172-9E10-480F1679B9D2}"/>
              </a:ext>
            </a:extLst>
          </p:cNvPr>
          <p:cNvSpPr>
            <a:spLocks xmlns:a="http://schemas.openxmlformats.org/drawingml/2006/main" noGrp="1"/>
          </p:cNvSpPr>
          <p:nvPr/>
        </p:nvSpPr>
        <p:spPr>
          <a:xfrm xmlns:a="http://schemas.openxmlformats.org/drawingml/2006/main">
            <a:off x="666750" y="1952625"/>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実測例：結論先行・2回目</a:t>
            </a:r>
          </a:p>
        </p:txBody>
      </p:sp>
      <p:sp>
        <p:nvSpPr>
          <p:cNvPr id="6" name="control-example">
            <a:extLst xmlns:a="http://schemas.openxmlformats.org/drawingml/2006/main">
              <a:ext uri="{FF2B5EF4-FFF2-40B4-BE49-F238E27FC236}">
                <a16:creationId xmlns:a16="http://schemas.microsoft.com/office/drawing/2014/main" id="{FC49C564-348E-47A4-8B1D-749BDB1DAD9F}"/>
              </a:ext>
            </a:extLst>
          </p:cNvPr>
          <p:cNvSpPr>
            <a:spLocks xmlns:a="http://schemas.openxmlformats.org/drawingml/2006/main" noGrp="1"/>
          </p:cNvSpPr>
          <p:nvPr/>
        </p:nvSpPr>
        <p:spPr>
          <a:xfrm xmlns:a="http://schemas.openxmlformats.org/drawingml/2006/main">
            <a:off x="666750" y="2571750"/>
            <a:ext cx="4762500" cy="1619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control-example-t">
            <a:extLst xmlns:a="http://schemas.openxmlformats.org/drawingml/2006/main">
              <a:ext uri="{FF2B5EF4-FFF2-40B4-BE49-F238E27FC236}">
                <a16:creationId xmlns:a16="http://schemas.microsoft.com/office/drawing/2014/main" id="{CB1CC0D2-B43E-4921-9236-52E31A8ABE87}"/>
              </a:ext>
            </a:extLst>
          </p:cNvPr>
          <p:cNvSpPr>
            <a:spLocks xmlns:a="http://schemas.openxmlformats.org/drawingml/2006/main" noGrp="1"/>
          </p:cNvSpPr>
          <p:nvPr/>
        </p:nvSpPr>
        <p:spPr>
          <a:xfrm xmlns:a="http://schemas.openxmlformats.org/drawingml/2006/main">
            <a:off x="1000125" y="2857500"/>
            <a:ext cx="4095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比較用：履歴なし</a:t>
            </a:r>
          </a:p>
          <a:p xmlns:a="http://schemas.openxmlformats.org/drawingml/2006/main">
            <a:r>
              <a:t/>
            </a:r>
          </a:p>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31文中 4文を修正</a:t>
            </a:r>
          </a:p>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4 ÷ 31 ＝ 12.9%</a:t>
            </a:r>
          </a:p>
        </p:txBody>
      </p:sp>
      <p:sp>
        <p:nvSpPr>
          <p:cNvPr id="8" name="treatment-example">
            <a:extLst xmlns:a="http://schemas.openxmlformats.org/drawingml/2006/main">
              <a:ext uri="{FF2B5EF4-FFF2-40B4-BE49-F238E27FC236}">
                <a16:creationId xmlns:a16="http://schemas.microsoft.com/office/drawing/2014/main" id="{0702144A-CFF9-4061-BA59-F6F780D5EC91}"/>
              </a:ext>
            </a:extLst>
          </p:cNvPr>
          <p:cNvSpPr>
            <a:spLocks xmlns:a="http://schemas.openxmlformats.org/drawingml/2006/main" noGrp="1"/>
          </p:cNvSpPr>
          <p:nvPr/>
        </p:nvSpPr>
        <p:spPr>
          <a:xfrm xmlns:a="http://schemas.openxmlformats.org/drawingml/2006/main">
            <a:off x="6572250" y="2571750"/>
            <a:ext cx="4762500" cy="1619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treatment-example-t">
            <a:extLst xmlns:a="http://schemas.openxmlformats.org/drawingml/2006/main">
              <a:ext uri="{FF2B5EF4-FFF2-40B4-BE49-F238E27FC236}">
                <a16:creationId xmlns:a16="http://schemas.microsoft.com/office/drawing/2014/main" id="{209726D4-1894-46FE-99DD-7799309D72F1}"/>
              </a:ext>
            </a:extLst>
          </p:cNvPr>
          <p:cNvSpPr>
            <a:spLocks xmlns:a="http://schemas.openxmlformats.org/drawingml/2006/main" noGrp="1"/>
          </p:cNvSpPr>
          <p:nvPr/>
        </p:nvSpPr>
        <p:spPr>
          <a:xfrm xmlns:a="http://schemas.openxmlformats.org/drawingml/2006/main">
            <a:off x="6905625" y="2857500"/>
            <a:ext cx="4095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実利用側：履歴あり</a:t>
            </a:r>
          </a:p>
          <a:p xmlns:a="http://schemas.openxmlformats.org/drawingml/2006/main">
            <a:r>
              <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31文中 0文を修正</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 ÷ 31 ＝ 0%</a:t>
            </a:r>
          </a:p>
        </p:txBody>
      </p:sp>
      <p:sp>
        <p:nvSpPr>
          <p:cNvPr id="10" name="meaning">
            <a:extLst xmlns:a="http://schemas.openxmlformats.org/drawingml/2006/main">
              <a:ext uri="{FF2B5EF4-FFF2-40B4-BE49-F238E27FC236}">
                <a16:creationId xmlns:a16="http://schemas.microsoft.com/office/drawing/2014/main" id="{4A36CE33-4756-4157-BE78-208DB95820EA}"/>
              </a:ext>
            </a:extLst>
          </p:cNvPr>
          <p:cNvSpPr>
            <a:spLocks xmlns:a="http://schemas.openxmlformats.org/drawingml/2006/main" noGrp="1"/>
          </p:cNvSpPr>
          <p:nvPr/>
        </p:nvSpPr>
        <p:spPr>
          <a:xfrm xmlns:a="http://schemas.openxmlformats.org/drawingml/2006/main">
            <a:off x="1381125" y="4762500"/>
            <a:ext cx="942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12.9% → 0%：好みを使った台本では、修正が必要な文がなくなった</a:t>
            </a:r>
          </a:p>
        </p:txBody>
      </p:sp>
      <p:sp>
        <p:nvSpPr>
          <p:cNvPr id="11" name="rule">
            <a:extLst xmlns:a="http://schemas.openxmlformats.org/drawingml/2006/main">
              <a:ext uri="{FF2B5EF4-FFF2-40B4-BE49-F238E27FC236}">
                <a16:creationId xmlns:a16="http://schemas.microsoft.com/office/drawing/2014/main" id="{B927A218-9AC6-4D08-9205-FFB170836569}"/>
              </a:ext>
            </a:extLst>
          </p:cNvPr>
          <p:cNvSpPr>
            <a:spLocks xmlns:a="http://schemas.openxmlformats.org/drawingml/2006/main" noGrp="1"/>
          </p:cNvSpPr>
          <p:nvPr/>
        </p:nvSpPr>
        <p:spPr>
          <a:xfrm xmlns:a="http://schemas.openxmlformats.org/drawingml/2006/main">
            <a:off x="1190625" y="54292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語句を1か所でも変更した文を「要修正」と数える。値が小さいほど、そのまま使える文が多い。</a:t>
            </a:r>
          </a:p>
        </p:txBody>
      </p:sp>
      <p:sp>
        <p:nvSpPr>
          <p:cNvPr id="12" name="limit">
            <a:extLst xmlns:a="http://schemas.openxmlformats.org/drawingml/2006/main">
              <a:ext uri="{FF2B5EF4-FFF2-40B4-BE49-F238E27FC236}">
                <a16:creationId xmlns:a16="http://schemas.microsoft.com/office/drawing/2014/main" id="{CDB9A449-0D02-49CA-9483-B0B07239449A}"/>
              </a:ext>
            </a:extLst>
          </p:cNvPr>
          <p:cNvSpPr>
            <a:spLocks xmlns:a="http://schemas.openxmlformats.org/drawingml/2006/main" noGrp="1"/>
          </p:cNvSpPr>
          <p:nvPr/>
        </p:nvSpPr>
        <p:spPr>
          <a:xfrm xmlns:a="http://schemas.openxmlformats.org/drawingml/2006/main">
            <a:off x="1381125" y="6048375"/>
            <a:ext cx="942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D66A5E"/>
                </a:solidFill>
                <a:latin typeface="Helvetica Neue"/>
                <a:ea typeface="Helvetica Neue"/>
                <a:cs typeface="Helvetica Neue"/>
              </a:defRPr>
            </a:pPr>
            <a:r>
              <a:rPr sz="1425" b="0">
                <a:solidFill>
                  <a:srgbClr val="D66A5E"/>
                </a:solidFill>
                <a:latin typeface="Helvetica Neue"/>
                <a:ea typeface="Helvetica Neue"/>
                <a:cs typeface="Helvetica Neue"/>
              </a:rPr>
              <a:t>修正の大きさは区別しないため、編集距離と具体的な編集例を補助的に確認する</a:t>
            </a:r>
          </a:p>
        </p:txBody>
      </p:sp>
    </p:spTree>
    <p:extLst>
      <p:ext uri="{BB962C8B-B14F-4D97-AF65-F5344CB8AC3E}">
        <p14:creationId xmlns:p14="http://schemas.microsoft.com/office/powerpoint/2010/main" val="12625580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6">
            <a:extLst xmlns:a="http://schemas.openxmlformats.org/drawingml/2006/main">
              <a:ext uri="{FF2B5EF4-FFF2-40B4-BE49-F238E27FC236}">
                <a16:creationId xmlns:a16="http://schemas.microsoft.com/office/drawing/2014/main" id="{A9F712EB-5E07-458C-9EF7-C381C482A85E}"/>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2回目：3種類で要修正文率が低下、簡潔さでは上昇</a:t>
            </a:r>
          </a:p>
        </p:txBody>
      </p:sp>
      <p:sp>
        <p:nvSpPr>
          <p:cNvPr id="2" name="page-6">
            <a:extLst xmlns:a="http://schemas.openxmlformats.org/drawingml/2006/main">
              <a:ext uri="{FF2B5EF4-FFF2-40B4-BE49-F238E27FC236}">
                <a16:creationId xmlns:a16="http://schemas.microsoft.com/office/drawing/2014/main" id="{11F85800-BF4D-4B46-AD0F-8EFE41AE1142}"/>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6</a:t>
            </a:r>
          </a:p>
        </p:txBody>
      </p:sp>
      <p:graphicFrame>
        <p:nvGraphicFramePr>
          <p:cNvPr id="14"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b478617fcb304ca9"/>
          </a:graphicData>
        </a:graphic>
      </p:graphicFrame>
      <p:sp>
        <p:nvSpPr>
          <p:cNvPr id="4" name="r2-leg-c">
            <a:extLst xmlns:a="http://schemas.openxmlformats.org/drawingml/2006/main">
              <a:ext uri="{FF2B5EF4-FFF2-40B4-BE49-F238E27FC236}">
                <a16:creationId xmlns:a16="http://schemas.microsoft.com/office/drawing/2014/main" id="{1C2240C4-AE55-4539-B25C-3CF21B9B7CD4}"/>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2-leg-ct">
            <a:extLst xmlns:a="http://schemas.openxmlformats.org/drawingml/2006/main">
              <a:ext uri="{FF2B5EF4-FFF2-40B4-BE49-F238E27FC236}">
                <a16:creationId xmlns:a16="http://schemas.microsoft.com/office/drawing/2014/main" id="{73BD91B2-3F43-4E45-A348-AB7528F7CA9E}"/>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2-leg-t">
            <a:extLst xmlns:a="http://schemas.openxmlformats.org/drawingml/2006/main">
              <a:ext uri="{FF2B5EF4-FFF2-40B4-BE49-F238E27FC236}">
                <a16:creationId xmlns:a16="http://schemas.microsoft.com/office/drawing/2014/main" id="{DA5B5B52-1EF5-44AE-988E-B4381B9786F5}"/>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2-leg-tt">
            <a:extLst xmlns:a="http://schemas.openxmlformats.org/drawingml/2006/main">
              <a:ext uri="{FF2B5EF4-FFF2-40B4-BE49-F238E27FC236}">
                <a16:creationId xmlns:a16="http://schemas.microsoft.com/office/drawing/2014/main" id="{7540B349-BAF0-4AC9-AF21-ABE4D9C7643C}"/>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実利用側：履歴1回分</a:t>
            </a:r>
          </a:p>
        </p:txBody>
      </p:sp>
      <p:sp>
        <p:nvSpPr>
          <p:cNvPr id="8" name="chart-unit">
            <a:extLst xmlns:a="http://schemas.openxmlformats.org/drawingml/2006/main">
              <a:ext uri="{FF2B5EF4-FFF2-40B4-BE49-F238E27FC236}">
                <a16:creationId xmlns:a16="http://schemas.microsoft.com/office/drawing/2014/main" id="{8B5B0524-77FD-4699-BC6E-6E1AB5377742}"/>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要修正文率（%）― 小さいほど、そのまま使える文が多い</a:t>
            </a:r>
          </a:p>
        </p:txBody>
      </p:sp>
      <p:sp>
        <p:nvSpPr>
          <p:cNvPr id="9" name="r2-head">
            <a:extLst xmlns:a="http://schemas.openxmlformats.org/drawingml/2006/main">
              <a:ext uri="{FF2B5EF4-FFF2-40B4-BE49-F238E27FC236}">
                <a16:creationId xmlns:a16="http://schemas.microsoft.com/office/drawing/2014/main" id="{670CA130-A2A3-4B24-BB0C-96BACF72FFD9}"/>
              </a:ext>
            </a:extLst>
          </p:cNvPr>
          <p:cNvSpPr>
            <a:spLocks xmlns:a="http://schemas.openxmlformats.org/drawingml/2006/main" noGrp="1"/>
          </p:cNvSpPr>
          <p:nvPr/>
        </p:nvSpPr>
        <p:spPr>
          <a:xfrm xmlns:a="http://schemas.openxmlformats.org/drawingml/2006/main">
            <a:off x="9048750" y="1666875"/>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比較用 → 実利用側</a:t>
            </a:r>
          </a:p>
        </p:txBody>
      </p:sp>
      <p:sp>
        <p:nvSpPr>
          <p:cNvPr id="10" name="r2-values">
            <a:extLst xmlns:a="http://schemas.openxmlformats.org/drawingml/2006/main">
              <a:ext uri="{FF2B5EF4-FFF2-40B4-BE49-F238E27FC236}">
                <a16:creationId xmlns:a16="http://schemas.microsoft.com/office/drawing/2014/main" id="{100B7DF5-63D4-4699-A38B-CFE1293FFC3F}"/>
              </a:ext>
            </a:extLst>
          </p:cNvPr>
          <p:cNvSpPr>
            <a:spLocks xmlns:a="http://schemas.openxmlformats.org/drawingml/2006/main" noGrp="1"/>
          </p:cNvSpPr>
          <p:nvPr/>
        </p:nvSpPr>
        <p:spPr>
          <a:xfrm xmlns:a="http://schemas.openxmlformats.org/drawingml/2006/main">
            <a:off x="9048750" y="2286000"/>
            <a:ext cx="2619375"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　26.3 → 12.5%</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　14.3 → 12.8%</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　12.9 → 0%</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　9.4 → 12.0%</a:t>
            </a:r>
          </a:p>
        </p:txBody>
      </p:sp>
      <p:sp>
        <p:nvSpPr>
          <p:cNvPr id="11" name="r2-foot">
            <a:extLst xmlns:a="http://schemas.openxmlformats.org/drawingml/2006/main">
              <a:ext uri="{FF2B5EF4-FFF2-40B4-BE49-F238E27FC236}">
                <a16:creationId xmlns:a16="http://schemas.microsoft.com/office/drawing/2014/main" id="{FE12575F-306F-4DB7-BC72-0B7804D8318F}"/>
              </a:ext>
            </a:extLst>
          </p:cNvPr>
          <p:cNvSpPr>
            <a:spLocks xmlns:a="http://schemas.openxmlformats.org/drawingml/2006/main" noGrp="1"/>
          </p:cNvSpPr>
          <p:nvPr/>
        </p:nvSpPr>
        <p:spPr>
          <a:xfrm xmlns:a="http://schemas.openxmlformats.org/drawingml/2006/main">
            <a:off x="8905875" y="509587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簡潔さでは、修正文数は3文のまま分母が変化</a:t>
            </a:r>
          </a:p>
        </p:txBody>
      </p:sp>
    </p:spTree>
    <p:extLst>
      <p:ext uri="{BB962C8B-B14F-4D97-AF65-F5344CB8AC3E}">
        <p14:creationId xmlns:p14="http://schemas.microsoft.com/office/powerpoint/2010/main" val="5480388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7">
            <a:extLst xmlns:a="http://schemas.openxmlformats.org/drawingml/2006/main">
              <a:ext uri="{FF2B5EF4-FFF2-40B4-BE49-F238E27FC236}">
                <a16:creationId xmlns:a16="http://schemas.microsoft.com/office/drawing/2014/main" id="{95764491-0791-4F92-8E41-C0BB5FC5421E}"/>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3回目：定義・簡潔は改善、具体例・結論は悪化</a:t>
            </a:r>
          </a:p>
        </p:txBody>
      </p:sp>
      <p:sp>
        <p:nvSpPr>
          <p:cNvPr id="2" name="page-7">
            <a:extLst xmlns:a="http://schemas.openxmlformats.org/drawingml/2006/main">
              <a:ext uri="{FF2B5EF4-FFF2-40B4-BE49-F238E27FC236}">
                <a16:creationId xmlns:a16="http://schemas.microsoft.com/office/drawing/2014/main" id="{BDB3B691-889F-4C1F-BB96-19ECE5B7B66C}"/>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7</a:t>
            </a:r>
          </a:p>
        </p:txBody>
      </p:sp>
      <p:graphicFrame>
        <p:nvGraphicFramePr>
          <p:cNvPr id="16"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c4f1b006bbcc4edd"/>
          </a:graphicData>
        </a:graphic>
      </p:graphicFrame>
      <p:sp>
        <p:nvSpPr>
          <p:cNvPr id="4" name="r3-leg-c">
            <a:extLst xmlns:a="http://schemas.openxmlformats.org/drawingml/2006/main">
              <a:ext uri="{FF2B5EF4-FFF2-40B4-BE49-F238E27FC236}">
                <a16:creationId xmlns:a16="http://schemas.microsoft.com/office/drawing/2014/main" id="{687E66B0-9C7E-4E0A-897B-8AA228908D51}"/>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3-leg-ct">
            <a:extLst xmlns:a="http://schemas.openxmlformats.org/drawingml/2006/main">
              <a:ext uri="{FF2B5EF4-FFF2-40B4-BE49-F238E27FC236}">
                <a16:creationId xmlns:a16="http://schemas.microsoft.com/office/drawing/2014/main" id="{394DCC9F-8BE9-49D3-95A1-1AF7040953B0}"/>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3-leg-t">
            <a:extLst xmlns:a="http://schemas.openxmlformats.org/drawingml/2006/main">
              <a:ext uri="{FF2B5EF4-FFF2-40B4-BE49-F238E27FC236}">
                <a16:creationId xmlns:a16="http://schemas.microsoft.com/office/drawing/2014/main" id="{95D6B919-3305-425C-BC50-87304C291FA0}"/>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3-leg-tt">
            <a:extLst xmlns:a="http://schemas.openxmlformats.org/drawingml/2006/main">
              <a:ext uri="{FF2B5EF4-FFF2-40B4-BE49-F238E27FC236}">
                <a16:creationId xmlns:a16="http://schemas.microsoft.com/office/drawing/2014/main" id="{B67E299B-2B88-453D-8F0C-EB7E45E32219}"/>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実利用側：履歴2回分</a:t>
            </a:r>
          </a:p>
        </p:txBody>
      </p:sp>
      <p:sp>
        <p:nvSpPr>
          <p:cNvPr id="8" name="chart-unit-3">
            <a:extLst xmlns:a="http://schemas.openxmlformats.org/drawingml/2006/main">
              <a:ext uri="{FF2B5EF4-FFF2-40B4-BE49-F238E27FC236}">
                <a16:creationId xmlns:a16="http://schemas.microsoft.com/office/drawing/2014/main" id="{9203D279-4601-42CB-9FCF-806F1255960B}"/>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要修正文率（%）― 小さいほど、そのまま使える文が多い</a:t>
            </a:r>
          </a:p>
        </p:txBody>
      </p:sp>
      <p:sp>
        <p:nvSpPr>
          <p:cNvPr id="9" name="r3-good">
            <a:extLst xmlns:a="http://schemas.openxmlformats.org/drawingml/2006/main">
              <a:ext uri="{FF2B5EF4-FFF2-40B4-BE49-F238E27FC236}">
                <a16:creationId xmlns:a16="http://schemas.microsoft.com/office/drawing/2014/main" id="{A609F038-C225-46C7-8BC5-CE5229B80657}"/>
              </a:ext>
            </a:extLst>
          </p:cNvPr>
          <p:cNvSpPr>
            <a:spLocks xmlns:a="http://schemas.openxmlformats.org/drawingml/2006/main" noGrp="1"/>
          </p:cNvSpPr>
          <p:nvPr/>
        </p:nvSpPr>
        <p:spPr>
          <a:xfrm xmlns:a="http://schemas.openxmlformats.org/drawingml/2006/main">
            <a:off x="9096375" y="16668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低下</a:t>
            </a:r>
          </a:p>
        </p:txBody>
      </p:sp>
      <p:sp>
        <p:nvSpPr>
          <p:cNvPr id="10" name="r3-good-v">
            <a:extLst xmlns:a="http://schemas.openxmlformats.org/drawingml/2006/main">
              <a:ext uri="{FF2B5EF4-FFF2-40B4-BE49-F238E27FC236}">
                <a16:creationId xmlns:a16="http://schemas.microsoft.com/office/drawing/2014/main" id="{C847B364-954A-44BB-A440-42EF34621B7D}"/>
              </a:ext>
            </a:extLst>
          </p:cNvPr>
          <p:cNvSpPr>
            <a:spLocks xmlns:a="http://schemas.openxmlformats.org/drawingml/2006/main" noGrp="1"/>
          </p:cNvSpPr>
          <p:nvPr/>
        </p:nvSpPr>
        <p:spPr>
          <a:xfrm xmlns:a="http://schemas.openxmlformats.org/drawingml/2006/main">
            <a:off x="9096375" y="219075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　40.0 → 29.0%</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　40.7 → 31.8%</a:t>
            </a:r>
          </a:p>
        </p:txBody>
      </p:sp>
      <p:sp>
        <p:nvSpPr>
          <p:cNvPr id="11" name="r3-bad">
            <a:extLst xmlns:a="http://schemas.openxmlformats.org/drawingml/2006/main">
              <a:ext uri="{FF2B5EF4-FFF2-40B4-BE49-F238E27FC236}">
                <a16:creationId xmlns:a16="http://schemas.microsoft.com/office/drawing/2014/main" id="{E33C47C9-1933-4A05-BC75-A4BDE73DEB12}"/>
              </a:ext>
            </a:extLst>
          </p:cNvPr>
          <p:cNvSpPr>
            <a:spLocks xmlns:a="http://schemas.openxmlformats.org/drawingml/2006/main" noGrp="1"/>
          </p:cNvSpPr>
          <p:nvPr/>
        </p:nvSpPr>
        <p:spPr>
          <a:xfrm xmlns:a="http://schemas.openxmlformats.org/drawingml/2006/main">
            <a:off x="9096375" y="34766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D66A5E"/>
                </a:solidFill>
                <a:latin typeface="Helvetica Neue"/>
                <a:ea typeface="Helvetica Neue"/>
                <a:cs typeface="Helvetica Neue"/>
              </a:defRPr>
            </a:pPr>
            <a:r>
              <a:rPr sz="1875" b="1">
                <a:solidFill>
                  <a:srgbClr val="D66A5E"/>
                </a:solidFill>
                <a:latin typeface="Helvetica Neue"/>
                <a:ea typeface="Helvetica Neue"/>
                <a:cs typeface="Helvetica Neue"/>
              </a:rPr>
              <a:t>上昇</a:t>
            </a:r>
          </a:p>
        </p:txBody>
      </p:sp>
      <p:sp>
        <p:nvSpPr>
          <p:cNvPr id="12" name="r3-bad-v">
            <a:extLst xmlns:a="http://schemas.openxmlformats.org/drawingml/2006/main">
              <a:ext uri="{FF2B5EF4-FFF2-40B4-BE49-F238E27FC236}">
                <a16:creationId xmlns:a16="http://schemas.microsoft.com/office/drawing/2014/main" id="{F64F8636-FD4F-4CEA-93B6-9297105E8088}"/>
              </a:ext>
            </a:extLst>
          </p:cNvPr>
          <p:cNvSpPr>
            <a:spLocks xmlns:a="http://schemas.openxmlformats.org/drawingml/2006/main" noGrp="1"/>
          </p:cNvSpPr>
          <p:nvPr/>
        </p:nvSpPr>
        <p:spPr>
          <a:xfrm xmlns:a="http://schemas.openxmlformats.org/drawingml/2006/main">
            <a:off x="9096375" y="400050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　12.9 → 16.7%</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　0 → 3.5%</a:t>
            </a:r>
          </a:p>
        </p:txBody>
      </p:sp>
      <p:sp>
        <p:nvSpPr>
          <p:cNvPr id="13" name="r3-foot">
            <a:extLst xmlns:a="http://schemas.openxmlformats.org/drawingml/2006/main">
              <a:ext uri="{FF2B5EF4-FFF2-40B4-BE49-F238E27FC236}">
                <a16:creationId xmlns:a16="http://schemas.microsoft.com/office/drawing/2014/main" id="{4FBBF6D9-EBC9-431C-AC9B-7FA1927DF611}"/>
              </a:ext>
            </a:extLst>
          </p:cNvPr>
          <p:cNvSpPr>
            <a:spLocks xmlns:a="http://schemas.openxmlformats.org/drawingml/2006/main" noGrp="1"/>
          </p:cNvSpPr>
          <p:nvPr/>
        </p:nvSpPr>
        <p:spPr>
          <a:xfrm xmlns:a="http://schemas.openxmlformats.org/drawingml/2006/main">
            <a:off x="8858250" y="528637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履歴が増えても、常に良くなるわけではない</a:t>
            </a:r>
          </a:p>
        </p:txBody>
      </p:sp>
    </p:spTree>
    <p:extLst>
      <p:ext uri="{BB962C8B-B14F-4D97-AF65-F5344CB8AC3E}">
        <p14:creationId xmlns:p14="http://schemas.microsoft.com/office/powerpoint/2010/main" val="13643405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8">
            <a:extLst xmlns:a="http://schemas.openxmlformats.org/drawingml/2006/main">
              <a:ext uri="{FF2B5EF4-FFF2-40B4-BE49-F238E27FC236}">
                <a16:creationId xmlns:a16="http://schemas.microsoft.com/office/drawing/2014/main" id="{E0B9A61B-C116-4E4C-A7F4-D4857052F666}"/>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成功例：結論先行では、2回目の編集が0文になった</a:t>
            </a:r>
          </a:p>
        </p:txBody>
      </p:sp>
      <p:sp>
        <p:nvSpPr>
          <p:cNvPr id="2" name="page-8">
            <a:extLst xmlns:a="http://schemas.openxmlformats.org/drawingml/2006/main">
              <a:ext uri="{FF2B5EF4-FFF2-40B4-BE49-F238E27FC236}">
                <a16:creationId xmlns:a16="http://schemas.microsoft.com/office/drawing/2014/main" id="{0F495986-66C3-449A-9095-FB3ED796F46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8</a:t>
            </a:r>
          </a:p>
        </p:txBody>
      </p:sp>
      <p:sp>
        <p:nvSpPr>
          <p:cNvPr id="3" name="learn-h">
            <a:extLst xmlns:a="http://schemas.openxmlformats.org/drawingml/2006/main">
              <a:ext uri="{FF2B5EF4-FFF2-40B4-BE49-F238E27FC236}">
                <a16:creationId xmlns:a16="http://schemas.microsoft.com/office/drawing/2014/main" id="{3B9FDBF1-A42A-48CF-A3FA-C17D521FB252}"/>
              </a:ext>
            </a:extLst>
          </p:cNvPr>
          <p:cNvSpPr>
            <a:spLocks xmlns:a="http://schemas.openxmlformats.org/drawingml/2006/main" noGrp="1"/>
          </p:cNvSpPr>
          <p:nvPr/>
        </p:nvSpPr>
        <p:spPr>
          <a:xfrm xmlns:a="http://schemas.openxmlformats.org/drawingml/2006/main">
            <a:off x="666750" y="1238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1回目の編集</a:t>
            </a:r>
          </a:p>
        </p:txBody>
      </p:sp>
      <p:sp>
        <p:nvSpPr>
          <p:cNvPr id="4" name="learn-before">
            <a:extLst xmlns:a="http://schemas.openxmlformats.org/drawingml/2006/main">
              <a:ext uri="{FF2B5EF4-FFF2-40B4-BE49-F238E27FC236}">
                <a16:creationId xmlns:a16="http://schemas.microsoft.com/office/drawing/2014/main" id="{C5A13725-8CFA-4734-BA15-BEDB836FCFB0}"/>
              </a:ext>
            </a:extLst>
          </p:cNvPr>
          <p:cNvSpPr>
            <a:spLocks xmlns:a="http://schemas.openxmlformats.org/drawingml/2006/main" noGrp="1"/>
          </p:cNvSpPr>
          <p:nvPr/>
        </p:nvSpPr>
        <p:spPr>
          <a:xfrm xmlns:a="http://schemas.openxmlformats.org/drawingml/2006/main">
            <a:off x="666750" y="1762125"/>
            <a:ext cx="4762500" cy="857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learn-before-t">
            <a:extLst xmlns:a="http://schemas.openxmlformats.org/drawingml/2006/main">
              <a:ext uri="{FF2B5EF4-FFF2-40B4-BE49-F238E27FC236}">
                <a16:creationId xmlns:a16="http://schemas.microsoft.com/office/drawing/2014/main" id="{2D54DC7E-9742-4951-BD09-8950120534FE}"/>
              </a:ext>
            </a:extLst>
          </p:cNvPr>
          <p:cNvSpPr>
            <a:spLocks xmlns:a="http://schemas.openxmlformats.org/drawingml/2006/main" noGrp="1"/>
          </p:cNvSpPr>
          <p:nvPr/>
        </p:nvSpPr>
        <p:spPr>
          <a:xfrm xmlns:a="http://schemas.openxmlformats.org/drawingml/2006/main">
            <a:off x="904875" y="204787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編集前：「キーの役割を具体化します」</a:t>
            </a:r>
          </a:p>
        </p:txBody>
      </p:sp>
      <p:sp>
        <p:nvSpPr>
          <p:cNvPr id="6" name="learn-after">
            <a:extLst xmlns:a="http://schemas.openxmlformats.org/drawingml/2006/main">
              <a:ext uri="{FF2B5EF4-FFF2-40B4-BE49-F238E27FC236}">
                <a16:creationId xmlns:a16="http://schemas.microsoft.com/office/drawing/2014/main" id="{BC9BFCBD-0671-41C2-959A-CE9106BA4B99}"/>
              </a:ext>
            </a:extLst>
          </p:cNvPr>
          <p:cNvSpPr>
            <a:spLocks xmlns:a="http://schemas.openxmlformats.org/drawingml/2006/main" noGrp="1"/>
          </p:cNvSpPr>
          <p:nvPr/>
        </p:nvSpPr>
        <p:spPr>
          <a:xfrm xmlns:a="http://schemas.openxmlformats.org/drawingml/2006/main">
            <a:off x="666750" y="2857500"/>
            <a:ext cx="476250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learn-after-t">
            <a:extLst xmlns:a="http://schemas.openxmlformats.org/drawingml/2006/main">
              <a:ext uri="{FF2B5EF4-FFF2-40B4-BE49-F238E27FC236}">
                <a16:creationId xmlns:a16="http://schemas.microsoft.com/office/drawing/2014/main" id="{69590AFC-B83C-4CA5-842D-6F6BD4E84430}"/>
              </a:ext>
            </a:extLst>
          </p:cNvPr>
          <p:cNvSpPr>
            <a:spLocks xmlns:a="http://schemas.openxmlformats.org/drawingml/2006/main" noGrp="1"/>
          </p:cNvSpPr>
          <p:nvPr/>
        </p:nvSpPr>
        <p:spPr>
          <a:xfrm xmlns:a="http://schemas.openxmlformats.org/drawingml/2006/main">
            <a:off x="904875" y="312420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編集後：「主キーは行を一意に識別し、</a:t>
            </a:r>
          </a:p>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外部キーは表同士を結び付けます」</a:t>
            </a:r>
          </a:p>
        </p:txBody>
      </p:sp>
      <p:sp>
        <p:nvSpPr>
          <p:cNvPr id="8" name="memory">
            <a:extLst xmlns:a="http://schemas.openxmlformats.org/drawingml/2006/main">
              <a:ext uri="{FF2B5EF4-FFF2-40B4-BE49-F238E27FC236}">
                <a16:creationId xmlns:a16="http://schemas.microsoft.com/office/drawing/2014/main" id="{4FDA1186-AB67-4ADC-8971-8B6C80056EA5}"/>
              </a:ext>
            </a:extLst>
          </p:cNvPr>
          <p:cNvSpPr>
            <a:spLocks xmlns:a="http://schemas.openxmlformats.org/drawingml/2006/main" noGrp="1"/>
          </p:cNvSpPr>
          <p:nvPr/>
        </p:nvSpPr>
        <p:spPr>
          <a:xfrm xmlns:a="http://schemas.openxmlformats.org/drawingml/2006/main">
            <a:off x="6524625" y="185737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抽出された好み</a:t>
            </a:r>
          </a:p>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「曖昧な予告ではなく、主要内容を先に示す」</a:t>
            </a:r>
          </a:p>
        </p:txBody>
      </p:sp>
      <p:sp>
        <p:nvSpPr>
          <p:cNvPr id="9" name="success-arrow">
            <a:extLst xmlns:a="http://schemas.openxmlformats.org/drawingml/2006/main">
              <a:ext uri="{FF2B5EF4-FFF2-40B4-BE49-F238E27FC236}">
                <a16:creationId xmlns:a16="http://schemas.microsoft.com/office/drawing/2014/main" id="{BB687360-657A-4E95-B1DD-F9BD31674567}"/>
              </a:ext>
            </a:extLst>
          </p:cNvPr>
          <p:cNvSpPr>
            <a:spLocks xmlns:a="http://schemas.openxmlformats.org/drawingml/2006/main" noGrp="1"/>
          </p:cNvSpPr>
          <p:nvPr/>
        </p:nvSpPr>
        <p:spPr>
          <a:xfrm xmlns:a="http://schemas.openxmlformats.org/drawingml/2006/main">
            <a:off x="5572125" y="3238500"/>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compare-h">
            <a:extLst xmlns:a="http://schemas.openxmlformats.org/drawingml/2006/main">
              <a:ext uri="{FF2B5EF4-FFF2-40B4-BE49-F238E27FC236}">
                <a16:creationId xmlns:a16="http://schemas.microsoft.com/office/drawing/2014/main" id="{AD417B9C-A27A-4672-9CB8-5F261B4BADF2}"/>
              </a:ext>
            </a:extLst>
          </p:cNvPr>
          <p:cNvSpPr>
            <a:spLocks xmlns:a="http://schemas.openxmlformats.org/drawingml/2006/main" noGrp="1"/>
          </p:cNvSpPr>
          <p:nvPr/>
        </p:nvSpPr>
        <p:spPr>
          <a:xfrm xmlns:a="http://schemas.openxmlformats.org/drawingml/2006/main">
            <a:off x="6524625" y="3143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2回目に同じ方針で確認</a:t>
            </a:r>
          </a:p>
        </p:txBody>
      </p:sp>
      <p:sp>
        <p:nvSpPr>
          <p:cNvPr id="11" name="control">
            <a:extLst xmlns:a="http://schemas.openxmlformats.org/drawingml/2006/main">
              <a:ext uri="{FF2B5EF4-FFF2-40B4-BE49-F238E27FC236}">
                <a16:creationId xmlns:a16="http://schemas.microsoft.com/office/drawing/2014/main" id="{A0122AA6-BD5D-483C-BEBB-7BE6BBF1BEBE}"/>
              </a:ext>
            </a:extLst>
          </p:cNvPr>
          <p:cNvSpPr>
            <a:spLocks xmlns:a="http://schemas.openxmlformats.org/drawingml/2006/main" noGrp="1"/>
          </p:cNvSpPr>
          <p:nvPr/>
        </p:nvSpPr>
        <p:spPr>
          <a:xfrm xmlns:a="http://schemas.openxmlformats.org/drawingml/2006/main">
            <a:off x="6524625" y="3762375"/>
            <a:ext cx="2190750" cy="1143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control-t">
            <a:extLst xmlns:a="http://schemas.openxmlformats.org/drawingml/2006/main">
              <a:ext uri="{FF2B5EF4-FFF2-40B4-BE49-F238E27FC236}">
                <a16:creationId xmlns:a16="http://schemas.microsoft.com/office/drawing/2014/main" id="{FD8CC51C-C9B3-48AF-B3B2-4C2DFDD5225A}"/>
              </a:ext>
            </a:extLst>
          </p:cNvPr>
          <p:cNvSpPr>
            <a:spLocks xmlns:a="http://schemas.openxmlformats.org/drawingml/2006/main" noGrp="1"/>
          </p:cNvSpPr>
          <p:nvPr/>
        </p:nvSpPr>
        <p:spPr>
          <a:xfrm xmlns:a="http://schemas.openxmlformats.org/drawingml/2006/main">
            <a:off x="666750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31文中4文を編集</a:t>
            </a:r>
          </a:p>
        </p:txBody>
      </p:sp>
      <p:sp>
        <p:nvSpPr>
          <p:cNvPr id="13" name="treat">
            <a:extLst xmlns:a="http://schemas.openxmlformats.org/drawingml/2006/main">
              <a:ext uri="{FF2B5EF4-FFF2-40B4-BE49-F238E27FC236}">
                <a16:creationId xmlns:a16="http://schemas.microsoft.com/office/drawing/2014/main" id="{E76E5ED7-FDEE-49B0-8307-83DD758EB1C9}"/>
              </a:ext>
            </a:extLst>
          </p:cNvPr>
          <p:cNvSpPr>
            <a:spLocks xmlns:a="http://schemas.openxmlformats.org/drawingml/2006/main" noGrp="1"/>
          </p:cNvSpPr>
          <p:nvPr/>
        </p:nvSpPr>
        <p:spPr>
          <a:xfrm xmlns:a="http://schemas.openxmlformats.org/drawingml/2006/main">
            <a:off x="9096375" y="3762375"/>
            <a:ext cx="219075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treat-t">
            <a:extLst xmlns:a="http://schemas.openxmlformats.org/drawingml/2006/main">
              <a:ext uri="{FF2B5EF4-FFF2-40B4-BE49-F238E27FC236}">
                <a16:creationId xmlns:a16="http://schemas.microsoft.com/office/drawing/2014/main" id="{A2294860-134A-46D6-BC74-198C77011965}"/>
              </a:ext>
            </a:extLst>
          </p:cNvPr>
          <p:cNvSpPr>
            <a:spLocks xmlns:a="http://schemas.openxmlformats.org/drawingml/2006/main" noGrp="1"/>
          </p:cNvSpPr>
          <p:nvPr/>
        </p:nvSpPr>
        <p:spPr>
          <a:xfrm xmlns:a="http://schemas.openxmlformats.org/drawingml/2006/main">
            <a:off x="923925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実利用側：履歴あり</a:t>
            </a:r>
          </a:p>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31文中0文</a:t>
            </a:r>
          </a:p>
        </p:txBody>
      </p:sp>
      <p:sp>
        <p:nvSpPr>
          <p:cNvPr id="15" name="success-foot">
            <a:extLst xmlns:a="http://schemas.openxmlformats.org/drawingml/2006/main">
              <a:ext uri="{FF2B5EF4-FFF2-40B4-BE49-F238E27FC236}">
                <a16:creationId xmlns:a16="http://schemas.microsoft.com/office/drawing/2014/main" id="{FD213EB8-8B55-4F37-B5A4-4C81AE756E8D}"/>
              </a:ext>
            </a:extLst>
          </p:cNvPr>
          <p:cNvSpPr>
            <a:spLocks xmlns:a="http://schemas.openxmlformats.org/drawingml/2006/main" noGrp="1"/>
          </p:cNvSpPr>
          <p:nvPr/>
        </p:nvSpPr>
        <p:spPr>
          <a:xfrm xmlns:a="http://schemas.openxmlformats.org/drawingml/2006/main">
            <a:off x="1619250" y="5572125"/>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編集 → 好み抽出 → 次回生成 → 再編集量の減少、という流れを確認</a:t>
            </a:r>
          </a:p>
        </p:txBody>
      </p:sp>
    </p:spTree>
    <p:extLst>
      <p:ext uri="{BB962C8B-B14F-4D97-AF65-F5344CB8AC3E}">
        <p14:creationId xmlns:p14="http://schemas.microsoft.com/office/powerpoint/2010/main" val="1636994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9">
            <a:extLst xmlns:a="http://schemas.openxmlformats.org/drawingml/2006/main">
              <a:ext uri="{FF2B5EF4-FFF2-40B4-BE49-F238E27FC236}">
                <a16:creationId xmlns:a16="http://schemas.microsoft.com/office/drawing/2014/main" id="{B0765FF0-9DB8-4E1C-844F-4EF7BF198302}"/>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失敗例：具体例重視では、3回目に要修正文率が上がった</a:t>
            </a:r>
          </a:p>
        </p:txBody>
      </p:sp>
      <p:sp>
        <p:nvSpPr>
          <p:cNvPr id="2" name="page-9">
            <a:extLst xmlns:a="http://schemas.openxmlformats.org/drawingml/2006/main">
              <a:ext uri="{FF2B5EF4-FFF2-40B4-BE49-F238E27FC236}">
                <a16:creationId xmlns:a16="http://schemas.microsoft.com/office/drawing/2014/main" id="{CD23BDF7-AD92-453B-A2BB-E41ABEE1CD5C}"/>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9</a:t>
            </a:r>
          </a:p>
        </p:txBody>
      </p:sp>
      <p:sp>
        <p:nvSpPr>
          <p:cNvPr id="3" name="dup-h">
            <a:extLst xmlns:a="http://schemas.openxmlformats.org/drawingml/2006/main">
              <a:ext uri="{FF2B5EF4-FFF2-40B4-BE49-F238E27FC236}">
                <a16:creationId xmlns:a16="http://schemas.microsoft.com/office/drawing/2014/main" id="{192E6237-0C54-4662-A3CE-7085E7EA9CFA}"/>
              </a:ext>
            </a:extLst>
          </p:cNvPr>
          <p:cNvSpPr>
            <a:spLocks xmlns:a="http://schemas.openxmlformats.org/drawingml/2006/main" noGrp="1"/>
          </p:cNvSpPr>
          <p:nvPr/>
        </p:nvSpPr>
        <p:spPr>
          <a:xfrm xmlns:a="http://schemas.openxmlformats.org/drawingml/2006/main">
            <a:off x="619125" y="12858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履歴に蓄積した表現</a:t>
            </a:r>
          </a:p>
        </p:txBody>
      </p:sp>
      <p:sp>
        <p:nvSpPr>
          <p:cNvPr id="4" name="d-0">
            <a:extLst xmlns:a="http://schemas.openxmlformats.org/drawingml/2006/main">
              <a:ext uri="{FF2B5EF4-FFF2-40B4-BE49-F238E27FC236}">
                <a16:creationId xmlns:a16="http://schemas.microsoft.com/office/drawing/2014/main" id="{F6D6E0B9-2480-4E57-AC85-25CD4BD3013C}"/>
              </a:ext>
            </a:extLst>
          </p:cNvPr>
          <p:cNvSpPr>
            <a:spLocks xmlns:a="http://schemas.openxmlformats.org/drawingml/2006/main" noGrp="1"/>
          </p:cNvSpPr>
          <p:nvPr/>
        </p:nvSpPr>
        <p:spPr>
          <a:xfrm xmlns:a="http://schemas.openxmlformats.org/drawingml/2006/main">
            <a:off x="619125" y="185737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dt-0">
            <a:extLst xmlns:a="http://schemas.openxmlformats.org/drawingml/2006/main">
              <a:ext uri="{FF2B5EF4-FFF2-40B4-BE49-F238E27FC236}">
                <a16:creationId xmlns:a16="http://schemas.microsoft.com/office/drawing/2014/main" id="{0BE57DA7-F626-4E16-83E9-2E4DD27207F0}"/>
              </a:ext>
            </a:extLst>
          </p:cNvPr>
          <p:cNvSpPr>
            <a:spLocks xmlns:a="http://schemas.openxmlformats.org/drawingml/2006/main" noGrp="1"/>
          </p:cNvSpPr>
          <p:nvPr/>
        </p:nvSpPr>
        <p:spPr>
          <a:xfrm xmlns:a="http://schemas.openxmlformats.org/drawingml/2006/main">
            <a:off x="857250" y="200977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抽象説明には具体例を加える</a:t>
            </a:r>
          </a:p>
        </p:txBody>
      </p:sp>
      <p:sp>
        <p:nvSpPr>
          <p:cNvPr id="6" name="d-1">
            <a:extLst xmlns:a="http://schemas.openxmlformats.org/drawingml/2006/main">
              <a:ext uri="{FF2B5EF4-FFF2-40B4-BE49-F238E27FC236}">
                <a16:creationId xmlns:a16="http://schemas.microsoft.com/office/drawing/2014/main" id="{AD21BEAD-4155-45A4-B154-136F9D53343A}"/>
              </a:ext>
            </a:extLst>
          </p:cNvPr>
          <p:cNvSpPr>
            <a:spLocks xmlns:a="http://schemas.openxmlformats.org/drawingml/2006/main" noGrp="1"/>
          </p:cNvSpPr>
          <p:nvPr/>
        </p:nvSpPr>
        <p:spPr>
          <a:xfrm xmlns:a="http://schemas.openxmlformats.org/drawingml/2006/main">
            <a:off x="619125" y="257175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dt-1">
            <a:extLst xmlns:a="http://schemas.openxmlformats.org/drawingml/2006/main">
              <a:ext uri="{FF2B5EF4-FFF2-40B4-BE49-F238E27FC236}">
                <a16:creationId xmlns:a16="http://schemas.microsoft.com/office/drawing/2014/main" id="{D8D1A435-1C66-495C-9990-89EB9E03BBF8}"/>
              </a:ext>
            </a:extLst>
          </p:cNvPr>
          <p:cNvSpPr>
            <a:spLocks xmlns:a="http://schemas.openxmlformats.org/drawingml/2006/main" noGrp="1"/>
          </p:cNvSpPr>
          <p:nvPr/>
        </p:nvSpPr>
        <p:spPr>
          <a:xfrm xmlns:a="http://schemas.openxmlformats.org/drawingml/2006/main">
            <a:off x="857250" y="272415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身近な例を一つ添える</a:t>
            </a:r>
          </a:p>
        </p:txBody>
      </p:sp>
      <p:sp>
        <p:nvSpPr>
          <p:cNvPr id="8" name="d-2">
            <a:extLst xmlns:a="http://schemas.openxmlformats.org/drawingml/2006/main">
              <a:ext uri="{FF2B5EF4-FFF2-40B4-BE49-F238E27FC236}">
                <a16:creationId xmlns:a16="http://schemas.microsoft.com/office/drawing/2014/main" id="{197751DE-BC3A-4AAE-BA10-CECB5DB3F7FA}"/>
              </a:ext>
            </a:extLst>
          </p:cNvPr>
          <p:cNvSpPr>
            <a:spLocks xmlns:a="http://schemas.openxmlformats.org/drawingml/2006/main" noGrp="1"/>
          </p:cNvSpPr>
          <p:nvPr/>
        </p:nvSpPr>
        <p:spPr>
          <a:xfrm xmlns:a="http://schemas.openxmlformats.org/drawingml/2006/main">
            <a:off x="619125" y="328612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dt-2">
            <a:extLst xmlns:a="http://schemas.openxmlformats.org/drawingml/2006/main">
              <a:ext uri="{FF2B5EF4-FFF2-40B4-BE49-F238E27FC236}">
                <a16:creationId xmlns:a16="http://schemas.microsoft.com/office/drawing/2014/main" id="{5754C179-8E21-4E5D-9C78-61232D5D15BC}"/>
              </a:ext>
            </a:extLst>
          </p:cNvPr>
          <p:cNvSpPr>
            <a:spLocks xmlns:a="http://schemas.openxmlformats.org/drawingml/2006/main" noGrp="1"/>
          </p:cNvSpPr>
          <p:nvPr/>
        </p:nvSpPr>
        <p:spPr>
          <a:xfrm xmlns:a="http://schemas.openxmlformats.org/drawingml/2006/main">
            <a:off x="857250" y="343852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実務的な例で補足する</a:t>
            </a:r>
          </a:p>
        </p:txBody>
      </p:sp>
      <p:sp>
        <p:nvSpPr>
          <p:cNvPr id="10" name="d-3">
            <a:extLst xmlns:a="http://schemas.openxmlformats.org/drawingml/2006/main">
              <a:ext uri="{FF2B5EF4-FFF2-40B4-BE49-F238E27FC236}">
                <a16:creationId xmlns:a16="http://schemas.microsoft.com/office/drawing/2014/main" id="{66BE2856-5294-44FE-BFFE-975765D3ACA1}"/>
              </a:ext>
            </a:extLst>
          </p:cNvPr>
          <p:cNvSpPr>
            <a:spLocks xmlns:a="http://schemas.openxmlformats.org/drawingml/2006/main" noGrp="1"/>
          </p:cNvSpPr>
          <p:nvPr/>
        </p:nvSpPr>
        <p:spPr>
          <a:xfrm xmlns:a="http://schemas.openxmlformats.org/drawingml/2006/main">
            <a:off x="619125" y="400050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dt-3">
            <a:extLst xmlns:a="http://schemas.openxmlformats.org/drawingml/2006/main">
              <a:ext uri="{FF2B5EF4-FFF2-40B4-BE49-F238E27FC236}">
                <a16:creationId xmlns:a16="http://schemas.microsoft.com/office/drawing/2014/main" id="{EB358A55-8189-4C83-B175-1E02041CAFD4}"/>
              </a:ext>
            </a:extLst>
          </p:cNvPr>
          <p:cNvSpPr>
            <a:spLocks xmlns:a="http://schemas.openxmlformats.org/drawingml/2006/main" noGrp="1"/>
          </p:cNvSpPr>
          <p:nvPr/>
        </p:nvSpPr>
        <p:spPr>
          <a:xfrm xmlns:a="http://schemas.openxmlformats.org/drawingml/2006/main">
            <a:off x="857250" y="415290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利用場面と対応付ける</a:t>
            </a:r>
          </a:p>
        </p:txBody>
      </p:sp>
      <p:sp>
        <p:nvSpPr>
          <p:cNvPr id="12" name="fail-arrow">
            <a:extLst xmlns:a="http://schemas.openxmlformats.org/drawingml/2006/main">
              <a:ext uri="{FF2B5EF4-FFF2-40B4-BE49-F238E27FC236}">
                <a16:creationId xmlns:a16="http://schemas.microsoft.com/office/drawing/2014/main" id="{8CA0C7D9-5BF9-408A-AEF6-DB2065172EB8}"/>
              </a:ext>
            </a:extLst>
          </p:cNvPr>
          <p:cNvSpPr>
            <a:spLocks xmlns:a="http://schemas.openxmlformats.org/drawingml/2006/main" noGrp="1"/>
          </p:cNvSpPr>
          <p:nvPr/>
        </p:nvSpPr>
        <p:spPr>
          <a:xfrm xmlns:a="http://schemas.openxmlformats.org/drawingml/2006/main">
            <a:off x="6191250"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fail-box">
            <a:extLst xmlns:a="http://schemas.openxmlformats.org/drawingml/2006/main">
              <a:ext uri="{FF2B5EF4-FFF2-40B4-BE49-F238E27FC236}">
                <a16:creationId xmlns:a16="http://schemas.microsoft.com/office/drawing/2014/main" id="{1DA5B636-16F9-40C0-BD76-A183A9FA3B90}"/>
              </a:ext>
            </a:extLst>
          </p:cNvPr>
          <p:cNvSpPr>
            <a:spLocks xmlns:a="http://schemas.openxmlformats.org/drawingml/2006/main" noGrp="1"/>
          </p:cNvSpPr>
          <p:nvPr/>
        </p:nvSpPr>
        <p:spPr>
          <a:xfrm xmlns:a="http://schemas.openxmlformats.org/drawingml/2006/main">
            <a:off x="7524750" y="1952625"/>
            <a:ext cx="3810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fail-title">
            <a:extLst xmlns:a="http://schemas.openxmlformats.org/drawingml/2006/main">
              <a:ext uri="{FF2B5EF4-FFF2-40B4-BE49-F238E27FC236}">
                <a16:creationId xmlns:a16="http://schemas.microsoft.com/office/drawing/2014/main" id="{7F2D6A72-66EC-4C91-BFB2-CA8B9E1F4E8F}"/>
              </a:ext>
            </a:extLst>
          </p:cNvPr>
          <p:cNvSpPr>
            <a:spLocks xmlns:a="http://schemas.openxmlformats.org/drawingml/2006/main" noGrp="1"/>
          </p:cNvSpPr>
          <p:nvPr/>
        </p:nvSpPr>
        <p:spPr>
          <a:xfrm xmlns:a="http://schemas.openxmlformats.org/drawingml/2006/main">
            <a:off x="7858125" y="22860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具体例重視・3回目</a:t>
            </a:r>
          </a:p>
        </p:txBody>
      </p:sp>
      <p:sp>
        <p:nvSpPr>
          <p:cNvPr id="15" name="fail-values">
            <a:extLst xmlns:a="http://schemas.openxmlformats.org/drawingml/2006/main">
              <a:ext uri="{FF2B5EF4-FFF2-40B4-BE49-F238E27FC236}">
                <a16:creationId xmlns:a16="http://schemas.microsoft.com/office/drawing/2014/main" id="{891252B6-DDF2-43F0-AFF0-05CA4C6BE8E3}"/>
              </a:ext>
            </a:extLst>
          </p:cNvPr>
          <p:cNvSpPr>
            <a:spLocks xmlns:a="http://schemas.openxmlformats.org/drawingml/2006/main" noGrp="1"/>
          </p:cNvSpPr>
          <p:nvPr/>
        </p:nvSpPr>
        <p:spPr>
          <a:xfrm xmlns:a="http://schemas.openxmlformats.org/drawingml/2006/main">
            <a:off x="7715250" y="3000375"/>
            <a:ext cx="3429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比較用　4 / 31文（12.9%）</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実利用側　5 / 30文（16.7%）</a:t>
            </a:r>
          </a:p>
        </p:txBody>
      </p:sp>
      <p:sp>
        <p:nvSpPr>
          <p:cNvPr id="16" name="fail-red">
            <a:extLst xmlns:a="http://schemas.openxmlformats.org/drawingml/2006/main">
              <a:ext uri="{FF2B5EF4-FFF2-40B4-BE49-F238E27FC236}">
                <a16:creationId xmlns:a16="http://schemas.microsoft.com/office/drawing/2014/main" id="{6CDE0AC1-4CE6-494D-9178-C2E3F7319358}"/>
              </a:ext>
            </a:extLst>
          </p:cNvPr>
          <p:cNvSpPr>
            <a:spLocks xmlns:a="http://schemas.openxmlformats.org/drawingml/2006/main" noGrp="1"/>
          </p:cNvSpPr>
          <p:nvPr/>
        </p:nvSpPr>
        <p:spPr>
          <a:xfrm xmlns:a="http://schemas.openxmlformats.org/drawingml/2006/main">
            <a:off x="7667625" y="3857625"/>
            <a:ext cx="3524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D66A5E"/>
                </a:solidFill>
                <a:latin typeface="Helvetica Neue"/>
                <a:ea typeface="Helvetica Neue"/>
                <a:cs typeface="Helvetica Neue"/>
              </a:defRPr>
            </a:pPr>
            <a:r>
              <a:rPr sz="1650" b="1">
                <a:solidFill>
                  <a:srgbClr val="D66A5E"/>
                </a:solidFill>
                <a:latin typeface="Helvetica Neue"/>
                <a:ea typeface="Helvetica Neue"/>
                <a:cs typeface="Helvetica Neue"/>
              </a:rPr>
              <a:t>要修正文率 3.8ポイント増</a:t>
            </a:r>
          </a:p>
        </p:txBody>
      </p:sp>
      <p:sp>
        <p:nvSpPr>
          <p:cNvPr id="17" name="fail-meaning">
            <a:extLst xmlns:a="http://schemas.openxmlformats.org/drawingml/2006/main">
              <a:ext uri="{FF2B5EF4-FFF2-40B4-BE49-F238E27FC236}">
                <a16:creationId xmlns:a16="http://schemas.microsoft.com/office/drawing/2014/main" id="{0ECEA5CE-BAC7-47E6-B443-FD0D359B6C3B}"/>
              </a:ext>
            </a:extLst>
          </p:cNvPr>
          <p:cNvSpPr>
            <a:spLocks xmlns:a="http://schemas.openxmlformats.org/drawingml/2006/main" noGrp="1"/>
          </p:cNvSpPr>
          <p:nvPr/>
        </p:nvSpPr>
        <p:spPr>
          <a:xfrm xmlns:a="http://schemas.openxmlformats.org/drawingml/2006/main">
            <a:off x="1238250" y="5095875"/>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似た好みを別々に蓄積すると、必要でない箇所にも適用される可能性がある</a:t>
            </a:r>
          </a:p>
        </p:txBody>
      </p:sp>
      <p:sp>
        <p:nvSpPr>
          <p:cNvPr id="18" name="fail-next">
            <a:extLst xmlns:a="http://schemas.openxmlformats.org/drawingml/2006/main">
              <a:ext uri="{FF2B5EF4-FFF2-40B4-BE49-F238E27FC236}">
                <a16:creationId xmlns:a16="http://schemas.microsoft.com/office/drawing/2014/main" id="{F52FA140-55F2-45EA-80C8-BADBE4821581}"/>
              </a:ext>
            </a:extLst>
          </p:cNvPr>
          <p:cNvSpPr>
            <a:spLocks xmlns:a="http://schemas.openxmlformats.org/drawingml/2006/main" noGrp="1"/>
          </p:cNvSpPr>
          <p:nvPr/>
        </p:nvSpPr>
        <p:spPr>
          <a:xfrm xmlns:a="http://schemas.openxmlformats.org/drawingml/2006/main">
            <a:off x="2190750" y="5857875"/>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61666E"/>
                </a:solidFill>
                <a:latin typeface="Helvetica Neue"/>
                <a:ea typeface="Helvetica Neue"/>
                <a:cs typeface="Helvetica Neue"/>
              </a:defRPr>
            </a:pPr>
            <a:r>
              <a:rPr sz="1500" b="0">
                <a:solidFill>
                  <a:srgbClr val="61666E"/>
                </a:solidFill>
                <a:latin typeface="Helvetica Neue"/>
                <a:ea typeface="Helvetica Neue"/>
                <a:cs typeface="Helvetica Neue"/>
              </a:rPr>
              <a:t>必要な改善：重複する好みの統合／適用しない条件の記憶</a:t>
            </a:r>
          </a:p>
        </p:txBody>
      </p:sp>
    </p:spTree>
    <p:extLst>
      <p:ext uri="{BB962C8B-B14F-4D97-AF65-F5344CB8AC3E}">
        <p14:creationId xmlns:p14="http://schemas.microsoft.com/office/powerpoint/2010/main" val="3219285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10">
            <a:extLst xmlns:a="http://schemas.openxmlformats.org/drawingml/2006/main">
              <a:ext uri="{FF2B5EF4-FFF2-40B4-BE49-F238E27FC236}">
                <a16:creationId xmlns:a16="http://schemas.microsoft.com/office/drawing/2014/main" id="{1576F289-11DE-42C2-9A52-CFC04D9FF205}"/>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今回分かったことと、次に確かめること</a:t>
            </a:r>
          </a:p>
        </p:txBody>
      </p:sp>
      <p:sp>
        <p:nvSpPr>
          <p:cNvPr id="2" name="page-10">
            <a:extLst xmlns:a="http://schemas.openxmlformats.org/drawingml/2006/main">
              <a:ext uri="{FF2B5EF4-FFF2-40B4-BE49-F238E27FC236}">
                <a16:creationId xmlns:a16="http://schemas.microsoft.com/office/drawing/2014/main" id="{48F9EDE0-7712-4189-B5DB-528763AEA5EF}"/>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10</a:t>
            </a:r>
          </a:p>
        </p:txBody>
      </p:sp>
      <p:sp>
        <p:nvSpPr>
          <p:cNvPr id="3" name="known-h">
            <a:extLst xmlns:a="http://schemas.openxmlformats.org/drawingml/2006/main">
              <a:ext uri="{FF2B5EF4-FFF2-40B4-BE49-F238E27FC236}">
                <a16:creationId xmlns:a16="http://schemas.microsoft.com/office/drawing/2014/main" id="{1DD89E9A-90B8-4168-9D6E-3B071BFD4368}"/>
              </a:ext>
            </a:extLst>
          </p:cNvPr>
          <p:cNvSpPr>
            <a:spLocks xmlns:a="http://schemas.openxmlformats.org/drawingml/2006/main" noGrp="1"/>
          </p:cNvSpPr>
          <p:nvPr/>
        </p:nvSpPr>
        <p:spPr>
          <a:xfrm xmlns:a="http://schemas.openxmlformats.org/drawingml/2006/main">
            <a:off x="6667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今回分かったこと</a:t>
            </a:r>
          </a:p>
        </p:txBody>
      </p:sp>
      <p:sp>
        <p:nvSpPr>
          <p:cNvPr id="4" name="known">
            <a:extLst xmlns:a="http://schemas.openxmlformats.org/drawingml/2006/main">
              <a:ext uri="{FF2B5EF4-FFF2-40B4-BE49-F238E27FC236}">
                <a16:creationId xmlns:a16="http://schemas.microsoft.com/office/drawing/2014/main" id="{A3232444-4F03-4FAE-80E3-BE44700B9DE1}"/>
              </a:ext>
            </a:extLst>
          </p:cNvPr>
          <p:cNvSpPr>
            <a:spLocks xmlns:a="http://schemas.openxmlformats.org/drawingml/2006/main" noGrp="1"/>
          </p:cNvSpPr>
          <p:nvPr/>
        </p:nvSpPr>
        <p:spPr>
          <a:xfrm xmlns:a="http://schemas.openxmlformats.org/drawingml/2006/main">
            <a:off x="666750" y="1952625"/>
            <a:ext cx="4953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known-t">
            <a:extLst xmlns:a="http://schemas.openxmlformats.org/drawingml/2006/main">
              <a:ext uri="{FF2B5EF4-FFF2-40B4-BE49-F238E27FC236}">
                <a16:creationId xmlns:a16="http://schemas.microsoft.com/office/drawing/2014/main" id="{D2A4E854-AEB8-4795-9203-35205FA52E15}"/>
              </a:ext>
            </a:extLst>
          </p:cNvPr>
          <p:cNvSpPr>
            <a:spLocks xmlns:a="http://schemas.openxmlformats.org/drawingml/2006/main" noGrp="1"/>
          </p:cNvSpPr>
          <p:nvPr/>
        </p:nvSpPr>
        <p:spPr>
          <a:xfrm xmlns:a="http://schemas.openxmlformats.org/drawingml/2006/main">
            <a:off x="10001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・編集履歴から次回生成を変えられた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・編集量が減る好みがあった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・履歴が増えると悪化する場合もあった</a:t>
            </a:r>
          </a:p>
        </p:txBody>
      </p:sp>
      <p:sp>
        <p:nvSpPr>
          <p:cNvPr id="6" name="next-h">
            <a:extLst xmlns:a="http://schemas.openxmlformats.org/drawingml/2006/main">
              <a:ext uri="{FF2B5EF4-FFF2-40B4-BE49-F238E27FC236}">
                <a16:creationId xmlns:a16="http://schemas.microsoft.com/office/drawing/2014/main" id="{CB1AFA9A-D3D8-424F-A3EA-3F1E4D831275}"/>
              </a:ext>
            </a:extLst>
          </p:cNvPr>
          <p:cNvSpPr>
            <a:spLocks xmlns:a="http://schemas.openxmlformats.org/drawingml/2006/main" noGrp="1"/>
          </p:cNvSpPr>
          <p:nvPr/>
        </p:nvSpPr>
        <p:spPr>
          <a:xfrm xmlns:a="http://schemas.openxmlformats.org/drawingml/2006/main">
            <a:off x="65722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次に確かめること</a:t>
            </a:r>
          </a:p>
        </p:txBody>
      </p:sp>
      <p:sp>
        <p:nvSpPr>
          <p:cNvPr id="7" name="next">
            <a:extLst xmlns:a="http://schemas.openxmlformats.org/drawingml/2006/main">
              <a:ext uri="{FF2B5EF4-FFF2-40B4-BE49-F238E27FC236}">
                <a16:creationId xmlns:a16="http://schemas.microsoft.com/office/drawing/2014/main" id="{6B17452C-CB11-42C8-AC08-3E381FE619C4}"/>
              </a:ext>
            </a:extLst>
          </p:cNvPr>
          <p:cNvSpPr>
            <a:spLocks xmlns:a="http://schemas.openxmlformats.org/drawingml/2006/main" noGrp="1"/>
          </p:cNvSpPr>
          <p:nvPr/>
        </p:nvSpPr>
        <p:spPr>
          <a:xfrm xmlns:a="http://schemas.openxmlformats.org/drawingml/2006/main">
            <a:off x="6572250" y="1952625"/>
            <a:ext cx="4953000" cy="2428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next-t">
            <a:extLst xmlns:a="http://schemas.openxmlformats.org/drawingml/2006/main">
              <a:ext uri="{FF2B5EF4-FFF2-40B4-BE49-F238E27FC236}">
                <a16:creationId xmlns:a16="http://schemas.microsoft.com/office/drawing/2014/main" id="{14DD9AA4-7CB8-4AE9-99CE-6D85557CCE6C}"/>
              </a:ext>
            </a:extLst>
          </p:cNvPr>
          <p:cNvSpPr>
            <a:spLocks xmlns:a="http://schemas.openxmlformats.org/drawingml/2006/main" noGrp="1"/>
          </p:cNvSpPr>
          <p:nvPr/>
        </p:nvSpPr>
        <p:spPr>
          <a:xfrm xmlns:a="http://schemas.openxmlformats.org/drawingml/2006/main">
            <a:off x="69056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・似た好みを統合すると安定するか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・同じ条件を繰り返して再現するか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・実ユーザでも編集量が減るか</a:t>
            </a:r>
          </a:p>
        </p:txBody>
      </p:sp>
      <p:sp>
        <p:nvSpPr>
          <p:cNvPr id="9" name="conclusion">
            <a:extLst xmlns:a="http://schemas.openxmlformats.org/drawingml/2006/main">
              <a:ext uri="{FF2B5EF4-FFF2-40B4-BE49-F238E27FC236}">
                <a16:creationId xmlns:a16="http://schemas.microsoft.com/office/drawing/2014/main" id="{131CF5BF-10B6-4966-9EEB-89A224982E08}"/>
              </a:ext>
            </a:extLst>
          </p:cNvPr>
          <p:cNvSpPr>
            <a:spLocks xmlns:a="http://schemas.openxmlformats.org/drawingml/2006/main" noGrp="1"/>
          </p:cNvSpPr>
          <p:nvPr/>
        </p:nvSpPr>
        <p:spPr>
          <a:xfrm xmlns:a="http://schemas.openxmlformats.org/drawingml/2006/main">
            <a:off x="1238250" y="5095875"/>
            <a:ext cx="971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今回は有効性の証明ではなく、仕組みが動くことと改善すべき点を確認した予備実験</a:t>
            </a:r>
          </a:p>
        </p:txBody>
      </p:sp>
    </p:spTree>
    <p:extLst>
      <p:ext uri="{BB962C8B-B14F-4D97-AF65-F5344CB8AC3E}">
        <p14:creationId xmlns:p14="http://schemas.microsoft.com/office/powerpoint/2010/main" val="16173247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11">
            <a:extLst xmlns:a="http://schemas.openxmlformats.org/drawingml/2006/main">
              <a:ext uri="{FF2B5EF4-FFF2-40B4-BE49-F238E27FC236}">
                <a16:creationId xmlns:a16="http://schemas.microsoft.com/office/drawing/2014/main" id="{C7107FB5-25B1-4DBD-8FB1-F8DC3A720078}"/>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次の改良：記憶の統合と適用抑制を先に強化する</a:t>
            </a:r>
          </a:p>
        </p:txBody>
      </p:sp>
      <p:sp>
        <p:nvSpPr>
          <p:cNvPr id="2" name="page-11">
            <a:extLst xmlns:a="http://schemas.openxmlformats.org/drawingml/2006/main">
              <a:ext uri="{FF2B5EF4-FFF2-40B4-BE49-F238E27FC236}">
                <a16:creationId xmlns:a16="http://schemas.microsoft.com/office/drawing/2014/main" id="{E741D768-9AD9-4F36-A8D3-66F9C653004B}"/>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11</a:t>
            </a:r>
          </a:p>
        </p:txBody>
      </p:sp>
      <p:sp>
        <p:nvSpPr>
          <p:cNvPr id="3" name="road-0">
            <a:extLst xmlns:a="http://schemas.openxmlformats.org/drawingml/2006/main">
              <a:ext uri="{FF2B5EF4-FFF2-40B4-BE49-F238E27FC236}">
                <a16:creationId xmlns:a16="http://schemas.microsoft.com/office/drawing/2014/main" id="{25D4E97E-498E-45D8-9A42-D5A49E97C2A2}"/>
              </a:ext>
            </a:extLst>
          </p:cNvPr>
          <p:cNvSpPr>
            <a:spLocks xmlns:a="http://schemas.openxmlformats.org/drawingml/2006/main" noGrp="1"/>
          </p:cNvSpPr>
          <p:nvPr/>
        </p:nvSpPr>
        <p:spPr>
          <a:xfrm xmlns:a="http://schemas.openxmlformats.org/drawingml/2006/main">
            <a:off x="523875" y="1666875"/>
            <a:ext cx="3333750" cy="27146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4" name="road-h-0">
            <a:extLst xmlns:a="http://schemas.openxmlformats.org/drawingml/2006/main">
              <a:ext uri="{FF2B5EF4-FFF2-40B4-BE49-F238E27FC236}">
                <a16:creationId xmlns:a16="http://schemas.microsoft.com/office/drawing/2014/main" id="{C3C19D1D-11A7-45B7-B62D-F0111B669CB9}"/>
              </a:ext>
            </a:extLst>
          </p:cNvPr>
          <p:cNvSpPr>
            <a:spLocks xmlns:a="http://schemas.openxmlformats.org/drawingml/2006/main" noGrp="1"/>
          </p:cNvSpPr>
          <p:nvPr/>
        </p:nvSpPr>
        <p:spPr>
          <a:xfrm xmlns:a="http://schemas.openxmlformats.org/drawingml/2006/main">
            <a:off x="752475" y="1952625"/>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① 重複する好みをまとめる</a:t>
            </a:r>
          </a:p>
        </p:txBody>
      </p:sp>
      <p:sp>
        <p:nvSpPr>
          <p:cNvPr id="5" name="road-b-0">
            <a:extLst xmlns:a="http://schemas.openxmlformats.org/drawingml/2006/main">
              <a:ext uri="{FF2B5EF4-FFF2-40B4-BE49-F238E27FC236}">
                <a16:creationId xmlns:a16="http://schemas.microsoft.com/office/drawing/2014/main" id="{3BB474D7-4333-4342-9EDF-33FD1D20254D}"/>
              </a:ext>
            </a:extLst>
          </p:cNvPr>
          <p:cNvSpPr>
            <a:spLocks xmlns:a="http://schemas.openxmlformats.org/drawingml/2006/main" noGrp="1"/>
          </p:cNvSpPr>
          <p:nvPr/>
        </p:nvSpPr>
        <p:spPr>
          <a:xfrm xmlns:a="http://schemas.openxmlformats.org/drawingml/2006/main">
            <a:off x="790575" y="2714625"/>
            <a:ext cx="28003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意味が近い履歴を1件に統合</a:t>
            </a:r>
          </a:p>
          <a:p xmlns:a="http://schemas.openxmlformats.org/drawingml/2006/main">
            <a:r>
              <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同じ指示を何度もpromptへ</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入れず、確信度だけを上げる</a:t>
            </a:r>
          </a:p>
        </p:txBody>
      </p:sp>
      <p:sp>
        <p:nvSpPr>
          <p:cNvPr id="6" name="road-1">
            <a:extLst xmlns:a="http://schemas.openxmlformats.org/drawingml/2006/main">
              <a:ext uri="{FF2B5EF4-FFF2-40B4-BE49-F238E27FC236}">
                <a16:creationId xmlns:a16="http://schemas.microsoft.com/office/drawing/2014/main" id="{116DE4ED-4630-40F7-88F2-D63A1C1839FE}"/>
              </a:ext>
            </a:extLst>
          </p:cNvPr>
          <p:cNvSpPr>
            <a:spLocks xmlns:a="http://schemas.openxmlformats.org/drawingml/2006/main" noGrp="1"/>
          </p:cNvSpPr>
          <p:nvPr/>
        </p:nvSpPr>
        <p:spPr>
          <a:xfrm xmlns:a="http://schemas.openxmlformats.org/drawingml/2006/main">
            <a:off x="4238625" y="1666875"/>
            <a:ext cx="3333750" cy="2714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road-h-1">
            <a:extLst xmlns:a="http://schemas.openxmlformats.org/drawingml/2006/main">
              <a:ext uri="{FF2B5EF4-FFF2-40B4-BE49-F238E27FC236}">
                <a16:creationId xmlns:a16="http://schemas.microsoft.com/office/drawing/2014/main" id="{39CA1091-4BFB-410F-B17B-325B6FEEE700}"/>
              </a:ext>
            </a:extLst>
          </p:cNvPr>
          <p:cNvSpPr>
            <a:spLocks xmlns:a="http://schemas.openxmlformats.org/drawingml/2006/main" noGrp="1"/>
          </p:cNvSpPr>
          <p:nvPr/>
        </p:nvSpPr>
        <p:spPr>
          <a:xfrm xmlns:a="http://schemas.openxmlformats.org/drawingml/2006/main">
            <a:off x="4467225" y="1952625"/>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② 適用しすぎを防ぐ</a:t>
            </a:r>
          </a:p>
        </p:txBody>
      </p:sp>
      <p:sp>
        <p:nvSpPr>
          <p:cNvPr id="8" name="road-b-1">
            <a:extLst xmlns:a="http://schemas.openxmlformats.org/drawingml/2006/main">
              <a:ext uri="{FF2B5EF4-FFF2-40B4-BE49-F238E27FC236}">
                <a16:creationId xmlns:a16="http://schemas.microsoft.com/office/drawing/2014/main" id="{2E94169E-1E34-4642-B60E-3D710EB96194}"/>
              </a:ext>
            </a:extLst>
          </p:cNvPr>
          <p:cNvSpPr>
            <a:spLocks xmlns:a="http://schemas.openxmlformats.org/drawingml/2006/main" noGrp="1"/>
          </p:cNvSpPr>
          <p:nvPr/>
        </p:nvSpPr>
        <p:spPr>
          <a:xfrm xmlns:a="http://schemas.openxmlformats.org/drawingml/2006/main">
            <a:off x="4505325" y="2714625"/>
            <a:ext cx="28003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文脈類似度の閾値と件数を比較</a:t>
            </a:r>
          </a:p>
          <a:p xmlns:a="http://schemas.openxmlformats.org/drawingml/2006/main">
            <a:r>
              <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取り消された編集を負の反応として</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記憶の重みを下げる</a:t>
            </a:r>
          </a:p>
        </p:txBody>
      </p:sp>
      <p:sp>
        <p:nvSpPr>
          <p:cNvPr id="9" name="road-2">
            <a:extLst xmlns:a="http://schemas.openxmlformats.org/drawingml/2006/main">
              <a:ext uri="{FF2B5EF4-FFF2-40B4-BE49-F238E27FC236}">
                <a16:creationId xmlns:a16="http://schemas.microsoft.com/office/drawing/2014/main" id="{23E0035D-9712-4B23-9F60-AD9E72F41B02}"/>
              </a:ext>
            </a:extLst>
          </p:cNvPr>
          <p:cNvSpPr>
            <a:spLocks xmlns:a="http://schemas.openxmlformats.org/drawingml/2006/main" noGrp="1"/>
          </p:cNvSpPr>
          <p:nvPr/>
        </p:nvSpPr>
        <p:spPr>
          <a:xfrm xmlns:a="http://schemas.openxmlformats.org/drawingml/2006/main">
            <a:off x="7953375" y="1666875"/>
            <a:ext cx="3333750" cy="2714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road-h-2">
            <a:extLst xmlns:a="http://schemas.openxmlformats.org/drawingml/2006/main">
              <a:ext uri="{FF2B5EF4-FFF2-40B4-BE49-F238E27FC236}">
                <a16:creationId xmlns:a16="http://schemas.microsoft.com/office/drawing/2014/main" id="{E144B4E2-BF66-4B1F-AF6A-CAF118EBA4AB}"/>
              </a:ext>
            </a:extLst>
          </p:cNvPr>
          <p:cNvSpPr>
            <a:spLocks xmlns:a="http://schemas.openxmlformats.org/drawingml/2006/main" noGrp="1"/>
          </p:cNvSpPr>
          <p:nvPr/>
        </p:nvSpPr>
        <p:spPr>
          <a:xfrm xmlns:a="http://schemas.openxmlformats.org/drawingml/2006/main">
            <a:off x="8181975" y="1952625"/>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③ 効果を再検証する</a:t>
            </a:r>
          </a:p>
        </p:txBody>
      </p:sp>
      <p:sp>
        <p:nvSpPr>
          <p:cNvPr id="11" name="road-b-2">
            <a:extLst xmlns:a="http://schemas.openxmlformats.org/drawingml/2006/main">
              <a:ext uri="{FF2B5EF4-FFF2-40B4-BE49-F238E27FC236}">
                <a16:creationId xmlns:a16="http://schemas.microsoft.com/office/drawing/2014/main" id="{DEF1EE70-8D83-4B5C-97E5-DBC0D19CE603}"/>
              </a:ext>
            </a:extLst>
          </p:cNvPr>
          <p:cNvSpPr>
            <a:spLocks xmlns:a="http://schemas.openxmlformats.org/drawingml/2006/main" noGrp="1"/>
          </p:cNvSpPr>
          <p:nvPr/>
        </p:nvSpPr>
        <p:spPr>
          <a:xfrm xmlns:a="http://schemas.openxmlformats.org/drawingml/2006/main">
            <a:off x="8220075" y="2714625"/>
            <a:ext cx="28003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各条件を3回以上繰り返す</a:t>
            </a:r>
          </a:p>
          <a:p xmlns:a="http://schemas.openxmlformats.org/drawingml/2006/main">
            <a:r>
              <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生成順を無作為化し、実ユーザで</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修正文率・時間・主観評価を測る</a:t>
            </a:r>
          </a:p>
        </p:txBody>
      </p:sp>
      <p:sp>
        <p:nvSpPr>
          <p:cNvPr id="12" name="road-priority">
            <a:extLst xmlns:a="http://schemas.openxmlformats.org/drawingml/2006/main">
              <a:ext uri="{FF2B5EF4-FFF2-40B4-BE49-F238E27FC236}">
                <a16:creationId xmlns:a16="http://schemas.microsoft.com/office/drawing/2014/main" id="{291B8FBB-CAAD-43BB-BDD8-8DBE8B6F26EB}"/>
              </a:ext>
            </a:extLst>
          </p:cNvPr>
          <p:cNvSpPr>
            <a:spLocks xmlns:a="http://schemas.openxmlformats.org/drawingml/2006/main" noGrp="1"/>
          </p:cNvSpPr>
          <p:nvPr/>
        </p:nvSpPr>
        <p:spPr>
          <a:xfrm xmlns:a="http://schemas.openxmlformats.org/drawingml/2006/main">
            <a:off x="619125" y="1095375"/>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61666E"/>
                </a:solidFill>
                <a:latin typeface="Helvetica Neue"/>
                <a:ea typeface="Helvetica Neue"/>
                <a:cs typeface="Helvetica Neue"/>
              </a:defRPr>
            </a:pPr>
            <a:r>
              <a:rPr sz="1500" b="1">
                <a:solidFill>
                  <a:srgbClr val="61666E"/>
                </a:solidFill>
                <a:latin typeface="Helvetica Neue"/>
                <a:ea typeface="Helvetica Neue"/>
                <a:cs typeface="Helvetica Neue"/>
              </a:rPr>
              <a:t>優先順位</a:t>
            </a:r>
          </a:p>
        </p:txBody>
      </p:sp>
      <p:sp>
        <p:nvSpPr>
          <p:cNvPr id="13" name="road-a1">
            <a:extLst xmlns:a="http://schemas.openxmlformats.org/drawingml/2006/main">
              <a:ext uri="{FF2B5EF4-FFF2-40B4-BE49-F238E27FC236}">
                <a16:creationId xmlns:a16="http://schemas.microsoft.com/office/drawing/2014/main" id="{5EE72D0B-9563-4E99-8182-09C89A47A53B}"/>
              </a:ext>
            </a:extLst>
          </p:cNvPr>
          <p:cNvSpPr>
            <a:spLocks xmlns:a="http://schemas.openxmlformats.org/drawingml/2006/main" noGrp="1"/>
          </p:cNvSpPr>
          <p:nvPr/>
        </p:nvSpPr>
        <p:spPr>
          <a:xfrm xmlns:a="http://schemas.openxmlformats.org/drawingml/2006/main">
            <a:off x="3857625" y="3028950"/>
            <a:ext cx="3810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road-a2">
            <a:extLst xmlns:a="http://schemas.openxmlformats.org/drawingml/2006/main">
              <a:ext uri="{FF2B5EF4-FFF2-40B4-BE49-F238E27FC236}">
                <a16:creationId xmlns:a16="http://schemas.microsoft.com/office/drawing/2014/main" id="{59081152-7095-4CED-9626-70FAEF060AAA}"/>
              </a:ext>
            </a:extLst>
          </p:cNvPr>
          <p:cNvSpPr>
            <a:spLocks xmlns:a="http://schemas.openxmlformats.org/drawingml/2006/main" noGrp="1"/>
          </p:cNvSpPr>
          <p:nvPr/>
        </p:nvSpPr>
        <p:spPr>
          <a:xfrm xmlns:a="http://schemas.openxmlformats.org/drawingml/2006/main">
            <a:off x="7572375" y="3028950"/>
            <a:ext cx="3810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road-future">
            <a:extLst xmlns:a="http://schemas.openxmlformats.org/drawingml/2006/main">
              <a:ext uri="{FF2B5EF4-FFF2-40B4-BE49-F238E27FC236}">
                <a16:creationId xmlns:a16="http://schemas.microsoft.com/office/drawing/2014/main" id="{62DD30C0-9564-46B8-89CC-3EA623FA354F}"/>
              </a:ext>
            </a:extLst>
          </p:cNvPr>
          <p:cNvSpPr>
            <a:spLocks xmlns:a="http://schemas.openxmlformats.org/drawingml/2006/main" noGrp="1"/>
          </p:cNvSpPr>
          <p:nvPr/>
        </p:nvSpPr>
        <p:spPr>
          <a:xfrm xmlns:a="http://schemas.openxmlformats.org/drawingml/2006/main">
            <a:off x="1381125" y="4953000"/>
            <a:ext cx="9429750" cy="857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6" name="road-future-t">
            <a:extLst xmlns:a="http://schemas.openxmlformats.org/drawingml/2006/main">
              <a:ext uri="{FF2B5EF4-FFF2-40B4-BE49-F238E27FC236}">
                <a16:creationId xmlns:a16="http://schemas.microsoft.com/office/drawing/2014/main" id="{78775CE2-63F8-43C1-BBA5-CCD88248C372}"/>
              </a:ext>
            </a:extLst>
          </p:cNvPr>
          <p:cNvSpPr>
            <a:spLocks xmlns:a="http://schemas.openxmlformats.org/drawingml/2006/main" noGrp="1"/>
          </p:cNvSpPr>
          <p:nvPr/>
        </p:nvSpPr>
        <p:spPr>
          <a:xfrm xmlns:a="http://schemas.openxmlformats.org/drawingml/2006/main">
            <a:off x="1714500" y="521970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31"/>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その後の成長：好みの閲覧・修正・削除UI → 台本以外の出力にも拡張 → 十分な実データが集まればSFT/DPOを検討</a:t>
            </a:r>
          </a:p>
        </p:txBody>
      </p:sp>
      <p:sp>
        <p:nvSpPr>
          <p:cNvPr id="17" name="road-note">
            <a:extLst xmlns:a="http://schemas.openxmlformats.org/drawingml/2006/main">
              <a:ext uri="{FF2B5EF4-FFF2-40B4-BE49-F238E27FC236}">
                <a16:creationId xmlns:a16="http://schemas.microsoft.com/office/drawing/2014/main" id="{36742FF2-AABC-4A1E-8E02-834D9DD168FC}"/>
              </a:ext>
            </a:extLst>
          </p:cNvPr>
          <p:cNvSpPr>
            <a:spLocks xmlns:a="http://schemas.openxmlformats.org/drawingml/2006/main" noGrp="1"/>
          </p:cNvSpPr>
          <p:nvPr/>
        </p:nvSpPr>
        <p:spPr>
          <a:xfrm xmlns:a="http://schemas.openxmlformats.org/drawingml/2006/main">
            <a:off x="1714500" y="6000750"/>
            <a:ext cx="876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61666E"/>
                </a:solidFill>
                <a:latin typeface="Helvetica Neue"/>
                <a:ea typeface="Helvetica Neue"/>
                <a:cs typeface="Helvetica Neue"/>
              </a:defRPr>
            </a:pPr>
            <a:r>
              <a:rPr sz="1575" b="0">
                <a:solidFill>
                  <a:srgbClr val="61666E"/>
                </a:solidFill>
                <a:latin typeface="Helvetica Neue"/>
                <a:ea typeface="Helvetica Neue"/>
                <a:cs typeface="Helvetica Neue"/>
              </a:rPr>
              <a:t>まずは好みを増やすより、必要な場面だけに安定して効かせる</a:t>
            </a:r>
          </a:p>
        </p:txBody>
      </p:sp>
    </p:spTree>
    <p:extLst>
      <p:ext uri="{BB962C8B-B14F-4D97-AF65-F5344CB8AC3E}">
        <p14:creationId xmlns:p14="http://schemas.microsoft.com/office/powerpoint/2010/main" val="12014600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12">
            <a:extLst xmlns:a="http://schemas.openxmlformats.org/drawingml/2006/main">
              <a:ext uri="{FF2B5EF4-FFF2-40B4-BE49-F238E27FC236}">
                <a16:creationId xmlns:a16="http://schemas.microsoft.com/office/drawing/2014/main" id="{43AC5AA7-F845-4448-AF7A-7B764BAD0ECF}"/>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補足：先行研究との対応と、要修正文率の限界</a:t>
            </a:r>
          </a:p>
        </p:txBody>
      </p:sp>
      <p:sp>
        <p:nvSpPr>
          <p:cNvPr id="2" name="page-12">
            <a:extLst xmlns:a="http://schemas.openxmlformats.org/drawingml/2006/main">
              <a:ext uri="{FF2B5EF4-FFF2-40B4-BE49-F238E27FC236}">
                <a16:creationId xmlns:a16="http://schemas.microsoft.com/office/drawing/2014/main" id="{8717355F-206F-48A8-A2C7-634324CC3DCD}"/>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12</a:t>
            </a:r>
          </a:p>
        </p:txBody>
      </p:sp>
      <p:sp>
        <p:nvSpPr>
          <p:cNvPr id="3" name="paper-h">
            <a:extLst xmlns:a="http://schemas.openxmlformats.org/drawingml/2006/main">
              <a:ext uri="{FF2B5EF4-FFF2-40B4-BE49-F238E27FC236}">
                <a16:creationId xmlns:a16="http://schemas.microsoft.com/office/drawing/2014/main" id="{943CD98E-CB2D-4F89-9604-5ADC1244865A}"/>
              </a:ext>
            </a:extLst>
          </p:cNvPr>
          <p:cNvSpPr>
            <a:spLocks xmlns:a="http://schemas.openxmlformats.org/drawingml/2006/main" noGrp="1"/>
          </p:cNvSpPr>
          <p:nvPr/>
        </p:nvSpPr>
        <p:spPr>
          <a:xfrm xmlns:a="http://schemas.openxmlformats.org/drawingml/2006/main">
            <a:off x="666750" y="1238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CIPHER/PRELUDE論文</a:t>
            </a:r>
          </a:p>
        </p:txBody>
      </p:sp>
      <p:sp>
        <p:nvSpPr>
          <p:cNvPr id="4" name="paper-main">
            <a:extLst xmlns:a="http://schemas.openxmlformats.org/drawingml/2006/main">
              <a:ext uri="{FF2B5EF4-FFF2-40B4-BE49-F238E27FC236}">
                <a16:creationId xmlns:a16="http://schemas.microsoft.com/office/drawing/2014/main" id="{04EB248A-64D8-48A2-84DA-5D9CDBBC9CD7}"/>
              </a:ext>
            </a:extLst>
          </p:cNvPr>
          <p:cNvSpPr>
            <a:spLocks xmlns:a="http://schemas.openxmlformats.org/drawingml/2006/main" noGrp="1"/>
          </p:cNvSpPr>
          <p:nvPr/>
        </p:nvSpPr>
        <p:spPr>
          <a:xfrm xmlns:a="http://schemas.openxmlformats.org/drawingml/2006/main">
            <a:off x="666750" y="1857375"/>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主指標</a:t>
            </a:r>
          </a:p>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全200回で発生したトークン編集距離の累計</a:t>
            </a:r>
          </a:p>
        </p:txBody>
      </p:sp>
      <p:sp>
        <p:nvSpPr>
          <p:cNvPr id="5" name="paper-sub">
            <a:extLst xmlns:a="http://schemas.openxmlformats.org/drawingml/2006/main">
              <a:ext uri="{FF2B5EF4-FFF2-40B4-BE49-F238E27FC236}">
                <a16:creationId xmlns:a16="http://schemas.microsoft.com/office/drawing/2014/main" id="{FAB6F33C-C2FB-4E37-A48E-6CCE2E455798}"/>
              </a:ext>
            </a:extLst>
          </p:cNvPr>
          <p:cNvSpPr>
            <a:spLocks xmlns:a="http://schemas.openxmlformats.org/drawingml/2006/main" noGrp="1"/>
          </p:cNvSpPr>
          <p:nvPr/>
        </p:nvSpPr>
        <p:spPr>
          <a:xfrm xmlns:a="http://schemas.openxmlformats.org/drawingml/2006/main">
            <a:off x="666750" y="2857500"/>
            <a:ext cx="50958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補助分析</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・長さで正規化した編集距離</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・編集が0だった出力の割合</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・人間による出力比較</a:t>
            </a:r>
          </a:p>
        </p:txBody>
      </p:sp>
      <p:sp>
        <p:nvSpPr>
          <p:cNvPr id="6" name="adapt">
            <a:extLst xmlns:a="http://schemas.openxmlformats.org/drawingml/2006/main">
              <a:ext uri="{FF2B5EF4-FFF2-40B4-BE49-F238E27FC236}">
                <a16:creationId xmlns:a16="http://schemas.microsoft.com/office/drawing/2014/main" id="{D06BC483-A6EF-41FB-91C4-2884D606D106}"/>
              </a:ext>
            </a:extLst>
          </p:cNvPr>
          <p:cNvSpPr>
            <a:spLocks xmlns:a="http://schemas.openxmlformats.org/drawingml/2006/main" noGrp="1"/>
          </p:cNvSpPr>
          <p:nvPr/>
        </p:nvSpPr>
        <p:spPr>
          <a:xfrm xmlns:a="http://schemas.openxmlformats.org/drawingml/2006/main">
            <a:off x="666750" y="4476750"/>
            <a:ext cx="5095875" cy="904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adapt-t">
            <a:extLst xmlns:a="http://schemas.openxmlformats.org/drawingml/2006/main">
              <a:ext uri="{FF2B5EF4-FFF2-40B4-BE49-F238E27FC236}">
                <a16:creationId xmlns:a16="http://schemas.microsoft.com/office/drawing/2014/main" id="{C190B0EC-7EC7-432C-9F39-1F98A273844D}"/>
              </a:ext>
            </a:extLst>
          </p:cNvPr>
          <p:cNvSpPr>
            <a:spLocks xmlns:a="http://schemas.openxmlformats.org/drawingml/2006/main" noGrp="1"/>
          </p:cNvSpPr>
          <p:nvPr/>
        </p:nvSpPr>
        <p:spPr>
          <a:xfrm xmlns:a="http://schemas.openxmlformats.org/drawingml/2006/main">
            <a:off x="904875" y="4695825"/>
            <a:ext cx="4619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203"/>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LectureCraftでは文単位で編集するため</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要修正文率を主指標に変更</a:t>
            </a:r>
          </a:p>
        </p:txBody>
      </p:sp>
      <p:sp>
        <p:nvSpPr>
          <p:cNvPr id="8" name="limit-h">
            <a:extLst xmlns:a="http://schemas.openxmlformats.org/drawingml/2006/main">
              <a:ext uri="{FF2B5EF4-FFF2-40B4-BE49-F238E27FC236}">
                <a16:creationId xmlns:a16="http://schemas.microsoft.com/office/drawing/2014/main" id="{A1277BDB-8CEE-422C-BE5C-6C6ABEF4BC24}"/>
              </a:ext>
            </a:extLst>
          </p:cNvPr>
          <p:cNvSpPr>
            <a:spLocks xmlns:a="http://schemas.openxmlformats.org/drawingml/2006/main" noGrp="1"/>
          </p:cNvSpPr>
          <p:nvPr/>
        </p:nvSpPr>
        <p:spPr>
          <a:xfrm xmlns:a="http://schemas.openxmlformats.org/drawingml/2006/main">
            <a:off x="6667500" y="1238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要修正文率の限界</a:t>
            </a:r>
          </a:p>
        </p:txBody>
      </p:sp>
      <p:sp>
        <p:nvSpPr>
          <p:cNvPr id="9" name="limit-1">
            <a:extLst xmlns:a="http://schemas.openxmlformats.org/drawingml/2006/main">
              <a:ext uri="{FF2B5EF4-FFF2-40B4-BE49-F238E27FC236}">
                <a16:creationId xmlns:a16="http://schemas.microsoft.com/office/drawing/2014/main" id="{B97D56BA-6B71-48DB-A0B8-C9CEDA244BC2}"/>
              </a:ext>
            </a:extLst>
          </p:cNvPr>
          <p:cNvSpPr>
            <a:spLocks xmlns:a="http://schemas.openxmlformats.org/drawingml/2006/main" noGrp="1"/>
          </p:cNvSpPr>
          <p:nvPr/>
        </p:nvSpPr>
        <p:spPr>
          <a:xfrm xmlns:a="http://schemas.openxmlformats.org/drawingml/2006/main">
            <a:off x="6667500" y="185737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・1語の修正も、全面書き換えも「1文」</a:t>
            </a:r>
          </a:p>
        </p:txBody>
      </p:sp>
      <p:sp>
        <p:nvSpPr>
          <p:cNvPr id="10" name="limit-2">
            <a:extLst xmlns:a="http://schemas.openxmlformats.org/drawingml/2006/main">
              <a:ext uri="{FF2B5EF4-FFF2-40B4-BE49-F238E27FC236}">
                <a16:creationId xmlns:a16="http://schemas.microsoft.com/office/drawing/2014/main" id="{CD2C9CCD-D90C-426E-94C3-F5A0B52049E4}"/>
              </a:ext>
            </a:extLst>
          </p:cNvPr>
          <p:cNvSpPr>
            <a:spLocks xmlns:a="http://schemas.openxmlformats.org/drawingml/2006/main" noGrp="1"/>
          </p:cNvSpPr>
          <p:nvPr/>
        </p:nvSpPr>
        <p:spPr>
          <a:xfrm xmlns:a="http://schemas.openxmlformats.org/drawingml/2006/main">
            <a:off x="6667500" y="23812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・台本の長さが変わると分母も変わる</a:t>
            </a:r>
          </a:p>
        </p:txBody>
      </p:sp>
      <p:sp>
        <p:nvSpPr>
          <p:cNvPr id="11" name="limit-3">
            <a:extLst xmlns:a="http://schemas.openxmlformats.org/drawingml/2006/main">
              <a:ext uri="{FF2B5EF4-FFF2-40B4-BE49-F238E27FC236}">
                <a16:creationId xmlns:a16="http://schemas.microsoft.com/office/drawing/2014/main" id="{41F6179A-7B9F-42CF-BA09-E0580E9A0CC0}"/>
              </a:ext>
            </a:extLst>
          </p:cNvPr>
          <p:cNvSpPr>
            <a:spLocks xmlns:a="http://schemas.openxmlformats.org/drawingml/2006/main" noGrp="1"/>
          </p:cNvSpPr>
          <p:nvPr/>
        </p:nvSpPr>
        <p:spPr>
          <a:xfrm xmlns:a="http://schemas.openxmlformats.org/drawingml/2006/main">
            <a:off x="6667500" y="290512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・編集時間や意味的な品質は測れない</a:t>
            </a:r>
          </a:p>
        </p:txBody>
      </p:sp>
      <p:sp>
        <p:nvSpPr>
          <p:cNvPr id="12" name="choice-h">
            <a:extLst xmlns:a="http://schemas.openxmlformats.org/drawingml/2006/main">
              <a:ext uri="{FF2B5EF4-FFF2-40B4-BE49-F238E27FC236}">
                <a16:creationId xmlns:a16="http://schemas.microsoft.com/office/drawing/2014/main" id="{B2055211-DD0F-4B25-B2DE-D0BC1BC59DF9}"/>
              </a:ext>
            </a:extLst>
          </p:cNvPr>
          <p:cNvSpPr>
            <a:spLocks xmlns:a="http://schemas.openxmlformats.org/drawingml/2006/main" noGrp="1"/>
          </p:cNvSpPr>
          <p:nvPr/>
        </p:nvSpPr>
        <p:spPr>
          <a:xfrm xmlns:a="http://schemas.openxmlformats.org/drawingml/2006/main">
            <a:off x="6667500" y="37623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そのため併せて示すもの</a:t>
            </a:r>
          </a:p>
        </p:txBody>
      </p:sp>
      <p:sp>
        <p:nvSpPr>
          <p:cNvPr id="13" name="choice">
            <a:extLst xmlns:a="http://schemas.openxmlformats.org/drawingml/2006/main">
              <a:ext uri="{FF2B5EF4-FFF2-40B4-BE49-F238E27FC236}">
                <a16:creationId xmlns:a16="http://schemas.microsoft.com/office/drawing/2014/main" id="{69DF9ECF-8F5D-41D8-B84D-19D505C5B54D}"/>
              </a:ext>
            </a:extLst>
          </p:cNvPr>
          <p:cNvSpPr>
            <a:spLocks xmlns:a="http://schemas.openxmlformats.org/drawingml/2006/main" noGrp="1"/>
          </p:cNvSpPr>
          <p:nvPr/>
        </p:nvSpPr>
        <p:spPr>
          <a:xfrm xmlns:a="http://schemas.openxmlformats.org/drawingml/2006/main">
            <a:off x="6667500" y="4286250"/>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・編集前後の具体例</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・補助指標としての編集距離</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・Controlと実利用側の全文数・修正文数</a:t>
            </a:r>
          </a:p>
        </p:txBody>
      </p:sp>
      <p:sp>
        <p:nvSpPr>
          <p:cNvPr id="14" name="appendix-foot">
            <a:extLst xmlns:a="http://schemas.openxmlformats.org/drawingml/2006/main">
              <a:ext uri="{FF2B5EF4-FFF2-40B4-BE49-F238E27FC236}">
                <a16:creationId xmlns:a16="http://schemas.microsoft.com/office/drawing/2014/main" id="{EBB27940-403D-4AF9-8ED4-E162494ECC72}"/>
              </a:ext>
            </a:extLst>
          </p:cNvPr>
          <p:cNvSpPr>
            <a:spLocks xmlns:a="http://schemas.openxmlformats.org/drawingml/2006/main" noGrp="1"/>
          </p:cNvSpPr>
          <p:nvPr/>
        </p:nvSpPr>
        <p:spPr>
          <a:xfrm xmlns:a="http://schemas.openxmlformats.org/drawingml/2006/main">
            <a:off x="2190750" y="585787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次の実ユーザ実験では、編集時間と主観評価も追加する</a:t>
            </a:r>
          </a:p>
        </p:txBody>
      </p:sp>
    </p:spTree>
    <p:extLst>
      <p:ext uri="{BB962C8B-B14F-4D97-AF65-F5344CB8AC3E}">
        <p14:creationId xmlns:p14="http://schemas.microsoft.com/office/powerpoint/2010/main" val="515075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2026-08-16T14:29:11.7070000Z</dcterms:created>
  <dcterms:modified xsi:type="dcterms:W3CDTF">2026-08-16T14:29:11.7070000Z</dcterms:modified>
</coreProperties>
</file>