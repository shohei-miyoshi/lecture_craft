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2.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43b8d6f9e324c75" /><Relationship Type="http://schemas.openxmlformats.org/officeDocument/2006/relationships/extended-properties" Target="/docProps/app.xml" Id="Rd768a869732d488e" /><Relationship Type="http://schemas.openxmlformats.org/officeDocument/2006/relationships/officeDocument" Target="/ppt/presentation.xml" Id="R393739c5f21c49d0" /></Relationships>
</file>

<file path=ppt/presentation.xml><?xml version="1.0" encoding="utf-8"?>
<p:presentation xmlns:p="http://schemas.openxmlformats.org/presentationml/2006/main">
  <p:sldMasterIdLst>
    <p:sldMasterId xmlns:r="http://schemas.openxmlformats.org/officeDocument/2006/relationships" id="2147483648" r:id="Rfd8a29ff80944f5f"/>
  </p:sldMasterIdLst>
  <p:notesMasterIdLst>
    <p:notesMasterId xmlns:r="http://schemas.openxmlformats.org/officeDocument/2006/relationships" r:id="R55a65f3ebfd84573"/>
  </p:notesMasterIdLst>
  <p:sldIdLst>
    <p:sldId xmlns:r="http://schemas.openxmlformats.org/officeDocument/2006/relationships" id="256" r:id="R48adfdaee7334ebf"/>
    <p:sldId xmlns:r="http://schemas.openxmlformats.org/officeDocument/2006/relationships" id="257" r:id="R28d3a2dcbce04b1b"/>
    <p:sldId xmlns:r="http://schemas.openxmlformats.org/officeDocument/2006/relationships" id="258" r:id="R9f7c4cfc757a47d9"/>
    <p:sldId xmlns:r="http://schemas.openxmlformats.org/officeDocument/2006/relationships" id="259" r:id="R146cb08482cd4f34"/>
    <p:sldId xmlns:r="http://schemas.openxmlformats.org/officeDocument/2006/relationships" id="260" r:id="R2e55b32847094425"/>
    <p:sldId xmlns:r="http://schemas.openxmlformats.org/officeDocument/2006/relationships" id="261" r:id="Rae7ca2fbc1fa4842"/>
    <p:sldId xmlns:r="http://schemas.openxmlformats.org/officeDocument/2006/relationships" id="262" r:id="Rb49be1a65fd54b5d"/>
    <p:sldId xmlns:r="http://schemas.openxmlformats.org/officeDocument/2006/relationships" id="263" r:id="Rb92c053393da44ff"/>
    <p:sldId xmlns:r="http://schemas.openxmlformats.org/officeDocument/2006/relationships" id="264" r:id="Rdeae53b3a2b04d7d"/>
    <p:sldId xmlns:r="http://schemas.openxmlformats.org/officeDocument/2006/relationships" id="265" r:id="R8f4f6b6806d6459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c6ed1590fdc4c16" /><Relationship Type="http://schemas.openxmlformats.org/officeDocument/2006/relationships/slideMaster" Target="/ppt/slideMasters/slideMaster1.xml" Id="Rfd8a29ff80944f5f" /><Relationship Type="http://schemas.openxmlformats.org/officeDocument/2006/relationships/notesMaster" Target="/ppt/notesMasters/notesMaster1.xml" Id="R55a65f3ebfd84573" /><Relationship Type="http://schemas.openxmlformats.org/officeDocument/2006/relationships/presProps" Target="/ppt/presProps.xml" Id="R74b320ea3c8a4968" /><Relationship Type="http://schemas.openxmlformats.org/officeDocument/2006/relationships/tableStyles" Target="/ppt/tableStyles.xml" Id="R73af15681273472c" /><Relationship Type="http://schemas.openxmlformats.org/officeDocument/2006/relationships/slide" Target="/ppt/slides/slide1.xml" Id="R48adfdaee7334ebf" /><Relationship Type="http://schemas.openxmlformats.org/officeDocument/2006/relationships/slide" Target="/ppt/slides/slide2.xml" Id="R28d3a2dcbce04b1b" /><Relationship Type="http://schemas.openxmlformats.org/officeDocument/2006/relationships/slide" Target="/ppt/slides/slide3.xml" Id="R9f7c4cfc757a47d9" /><Relationship Type="http://schemas.openxmlformats.org/officeDocument/2006/relationships/slide" Target="/ppt/slides/slide4.xml" Id="R146cb08482cd4f34" /><Relationship Type="http://schemas.openxmlformats.org/officeDocument/2006/relationships/slide" Target="/ppt/slides/slide5.xml" Id="R2e55b32847094425" /><Relationship Type="http://schemas.openxmlformats.org/officeDocument/2006/relationships/slide" Target="/ppt/slides/slide6.xml" Id="Rae7ca2fbc1fa4842" /><Relationship Type="http://schemas.openxmlformats.org/officeDocument/2006/relationships/slide" Target="/ppt/slides/slide7.xml" Id="Rb49be1a65fd54b5d" /><Relationship Type="http://schemas.openxmlformats.org/officeDocument/2006/relationships/slide" Target="/ppt/slides/slide8.xml" Id="Rb92c053393da44ff" /><Relationship Type="http://schemas.openxmlformats.org/officeDocument/2006/relationships/slide" Target="/ppt/slides/slide9.xml" Id="Rdeae53b3a2b04d7d" /><Relationship Type="http://schemas.openxmlformats.org/officeDocument/2006/relationships/slide" Target="/ppt/slides/slide10.xml" Id="R8f4f6b6806d6459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04f2c36039f4b9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09547ebe7524b6b" /><Relationship Type="http://schemas.openxmlformats.org/officeDocument/2006/relationships/notesMaster" Target="/ppt/notesMasters/notesMaster1.xml" Id="Rd4ab30ac0e56455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af5d13601be4617" /><Relationship Type="http://schemas.openxmlformats.org/officeDocument/2006/relationships/notesMaster" Target="/ppt/notesMasters/notesMaster1.xml" Id="Rd90a13ef8c764009" /></Relationships>
</file>

<file path=ppt/notesSlides/_rels/notesSlide3.xml.rels>&#65279;<?xml version="1.0" encoding="utf-8"?><Relationships xmlns="http://schemas.openxmlformats.org/package/2006/relationships"><Relationship Type="http://schemas.openxmlformats.org/officeDocument/2006/relationships/slide" Target="/ppt/slides/slide3.xml" Id="R8fe6bb444e5f4387" /><Relationship Type="http://schemas.openxmlformats.org/officeDocument/2006/relationships/notesMaster" Target="/ppt/notesMasters/notesMaster1.xml" Id="Rca3bb458caa741b1" /></Relationships>
</file>

<file path=ppt/notesSlides/_rels/notesSlide4.xml.rels>&#65279;<?xml version="1.0" encoding="utf-8"?><Relationships xmlns="http://schemas.openxmlformats.org/package/2006/relationships"><Relationship Type="http://schemas.openxmlformats.org/officeDocument/2006/relationships/slide" Target="/ppt/slides/slide4.xml" Id="R3292a3af6f8a4c70" /><Relationship Type="http://schemas.openxmlformats.org/officeDocument/2006/relationships/notesMaster" Target="/ppt/notesMasters/notesMaster1.xml" Id="R84bea10a400e4a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36441e21d2094643" /><Relationship Type="http://schemas.openxmlformats.org/officeDocument/2006/relationships/notesMaster" Target="/ppt/notesMasters/notesMaster1.xml" Id="R9ca599e80d7e49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5240629ac09d43b4" /><Relationship Type="http://schemas.openxmlformats.org/officeDocument/2006/relationships/notesMaster" Target="/ppt/notesMasters/notesMaster1.xml" Id="R2c6778445d394d2c"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ea56cf66a342fe" /><Relationship Type="http://schemas.openxmlformats.org/officeDocument/2006/relationships/notesMaster" Target="/ppt/notesMasters/notesMaster1.xml" Id="R31e7b066d781424e" /></Relationships>
</file>

<file path=ppt/notesSlides/_rels/notesSlide8.xml.rels>&#65279;<?xml version="1.0" encoding="utf-8"?><Relationships xmlns="http://schemas.openxmlformats.org/package/2006/relationships"><Relationship Type="http://schemas.openxmlformats.org/officeDocument/2006/relationships/slide" Target="/ppt/slides/slide8.xml" Id="Rfa1ca3e7b0864111" /><Relationship Type="http://schemas.openxmlformats.org/officeDocument/2006/relationships/notesMaster" Target="/ppt/notesMasters/notesMaster1.xml" Id="R302157a769cf42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75e4f4b3e1424c15" /><Relationship Type="http://schemas.openxmlformats.org/officeDocument/2006/relationships/notesMaster" Target="/ppt/notesMasters/notesMaster1.xml" Id="R8b63ec4f82db42e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ac696040734573" /><Relationship Type="http://schemas.openxmlformats.org/officeDocument/2006/relationships/notesMaster" Target="/ppt/notesMasters/notesMaster1.xml" Id="R4c22276d8d6b44ca"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今回の問いは一つです。過去の編集から好みを学び、次の台本に反映すると、完成形までの編集量が減るかを調べました。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台本の生成、必要箇所の編集、好みの抽出、次回生成への反映を1サイクルとして実装しました。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実際の利用では青い経路だけを進みます。1回目の編集から履歴①を作り、2回目は履歴①を使って生成します。その編集から履歴②を追加し、3回目は履歴①と②を使います。灰色は実験用の比較生成であり、その編集は履歴へ追加し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模擬編集では編集数を指定していません。各好み方針に照らして必要と判断した文だけを編集しました。</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指標の正式な意味は文平均正規化編集距離です。トークン列のLevenshtein距離を長い方の文のトークン数で割り、未編集文を0として全文章で平均します。例は実データで、29文中1文を修正し、その文の距離0.3922を29で割って0.0135です。編集時間や認知負担は測っていないため、発表では『負担』と呼ばず『台本修正量』と呼び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縦軸は台本修正量、つまり文平均正規化編集距離です。2回目と3回目はともに0から0.20、0.04刻みに統一しています。灰色は比較のためだけに履歴なしで生成した台本、青は1回目の履歴を使った実利用側の台本です。灰色側の編集は次回の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回目では好みにより結果が分かれました。灰色は比較用の履歴なし生成、青は履歴①と②を使った実利用側です。結論先行は比較用では編集不要だった一方、実利用側では1文の修正が必要になりました。比較用の編集は履歴へ加えていません。</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最も流れが分かりやすかった事例です。ただし、単一生成の事例なので、同じ結果が再現するかは次の実験で確認します。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原因は確定ではありませんが、意味が近い好みが複数の指示として渡されたことが過剰適用につながった可能性があります。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a:p xmlns:a="http://schemas.openxmlformats.org/drawingml/2006/main">
            <a:r>
              <a:t>- /Users/shohei/Documents/dev/lecture_craft/backend/experiments/preference_growth/local/pilot-20260815-a/reports/process_and_edit_examples.md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結論は控えめにします。今回は反映経路の成立性と失敗モードを確認した段階です。次は重複統合あり・なし、複数回生成、実ユーザ評価へ進みます。</a:t>
            </a:r>
          </a:p>
          <a:p xmlns:a="http://schemas.openxmlformats.org/drawingml/2006/main">
            <a:r>
              <a:t/>
            </a:r>
          </a:p>
          <a:p xmlns:a="http://schemas.openxmlformats.org/drawingml/2006/main">
            <a:r>
              <a:t>[Sources]</a:t>
            </a:r>
          </a:p>
          <a:p xmlns:a="http://schemas.openxmlformats.org/drawingml/2006/main">
            <a:r>
              <a:t>- /Users/shohei/Documents/dev/lecture_craft/backend/experiments/preference_growth/reports/pilot-20260815.md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33c5a629def4b3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c2836ae38864331" /><Relationship Type="http://schemas.openxmlformats.org/officeDocument/2006/relationships/slideLayout" Target="/ppt/slideLayouts/slideLayout1.xml" Id="R7130494e22ce41a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130494e22ce41a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1ec656847834b26" /><Relationship Type="http://schemas.openxmlformats.org/officeDocument/2006/relationships/notesSlide" Target="/ppt/notesSlides/notesSlide1.xml" Id="R9d1170f6513b477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ace1e35465a24eaa" /><Relationship Type="http://schemas.openxmlformats.org/officeDocument/2006/relationships/notesSlide" Target="/ppt/notesSlides/notesSlide2.xml" Id="R45f05a3066f646b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46575c75b8f403e" /><Relationship Type="http://schemas.openxmlformats.org/officeDocument/2006/relationships/notesSlide" Target="/ppt/notesSlides/notesSlide3.xml" Id="R3186e0b299284afc"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b5a317217257465a" /><Relationship Type="http://schemas.openxmlformats.org/officeDocument/2006/relationships/notesSlide" Target="/ppt/notesSlides/notesSlide4.xml" Id="R6d604a91a787437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02d760bfc5cf4e74" /><Relationship Type="http://schemas.openxmlformats.org/officeDocument/2006/relationships/notesSlide" Target="/ppt/notesSlides/notesSlide5.xml" Id="R40d46fcf1ba74ed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3e477caa4d764041" /><Relationship Type="http://schemas.openxmlformats.org/officeDocument/2006/relationships/chart" Target="/ppt/slides/charts/chart1.xml" Id="R633cd6a1b6b94775" /><Relationship Type="http://schemas.openxmlformats.org/officeDocument/2006/relationships/notesSlide" Target="/ppt/notesSlides/notesSlide6.xml" Id="R1d7e64d0bffe40a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cd9ed9e69cf4817" /><Relationship Type="http://schemas.openxmlformats.org/officeDocument/2006/relationships/chart" Target="/ppt/slides/charts/chart2.xml" Id="R54e34f28b3374d5d" /><Relationship Type="http://schemas.openxmlformats.org/officeDocument/2006/relationships/notesSlide" Target="/ppt/notesSlides/notesSlide7.xml" Id="Rcd90cc26928d478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94fa8e90ff734db2" /><Relationship Type="http://schemas.openxmlformats.org/officeDocument/2006/relationships/notesSlide" Target="/ppt/notesSlides/notesSlide8.xml" Id="Rc3a50ee051ea43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76a9415a75040f3" /><Relationship Type="http://schemas.openxmlformats.org/officeDocument/2006/relationships/notesSlide" Target="/ppt/notesSlides/notesSlide9.xml" Id="Rec6bc32b316542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007a081045042d6" /><Relationship Type="http://schemas.openxmlformats.org/officeDocument/2006/relationships/notesSlide" Target="/ppt/notesSlides/notesSlide10.xml" Id="R6e82025d9c604665" /></Relationships>
</file>

<file path=ppt/slides/charts/chart1.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0.1223</c:v>
              </c:pt>
              <c:pt idx="1">
                <c:v>0.0763</c:v>
              </c:pt>
              <c:pt idx="2">
                <c:v>0.0924</c:v>
              </c:pt>
              <c:pt idx="3">
                <c:v>0.0299</c:v>
              </c:pt>
            </c:numLit>
          </c:val>
        </c:ser>
        <c:ser>
          <c:idx val="1"/>
          <c:order val="1"/>
          <c:tx>
            <c:v>実利用側：履歴1回分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0.0548</c:v>
              </c:pt>
              <c:pt idx="1">
                <c:v>0.0589</c:v>
              </c:pt>
              <c:pt idx="2">
                <c:v>0</c:v>
              </c:pt>
              <c:pt idx="3">
                <c:v>0.0155</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4"/>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charts/chart2.xml><?xml version="1.0" encoding="utf-8"?>
<c:chartSpace xmlns:c="http://schemas.openxmlformats.org/drawingml/2006/chart">
  <c:lang val="en-US"/>
  <c:chart>
    <c:plotArea>
      <c:barChart>
        <c:barDir val="col"/>
        <c:grouping val="clustered"/>
        <c:varyColors val="0"/>
        <c:ser>
          <c:idx val="0"/>
          <c:order val="0"/>
          <c:tx>
            <c:v>比較用：履歴なし</c:v>
          </c:tx>
          <c:spPr>
            <a:solidFill xmlns:a="http://schemas.openxmlformats.org/drawingml/2006/main">
              <a:srgbClr val="B8BCC4"/>
            </a:solidFill>
          </c:spPr>
          <c:cat>
            <c:strLit>
              <c:ptCount val="4"/>
              <c:pt idx="0">
                <c:v>定義重視</c:v>
              </c:pt>
              <c:pt idx="1">
                <c:v>具体例重視</c:v>
              </c:pt>
              <c:pt idx="2">
                <c:v>結論先行</c:v>
              </c:pt>
              <c:pt idx="3">
                <c:v>簡潔さ重視</c:v>
              </c:pt>
            </c:strLit>
          </c:cat>
          <c:val>
            <c:numLit>
              <c:formatCode>0.00</c:formatCode>
              <c:ptCount val="4"/>
              <c:pt idx="0">
                <c:v>0.1803</c:v>
              </c:pt>
              <c:pt idx="1">
                <c:v>0.0674</c:v>
              </c:pt>
              <c:pt idx="2">
                <c:v>0</c:v>
              </c:pt>
              <c:pt idx="3">
                <c:v>0.1099</c:v>
              </c:pt>
            </c:numLit>
          </c:val>
        </c:ser>
        <c:ser>
          <c:idx val="1"/>
          <c:order val="1"/>
          <c:tx>
            <c:v>実利用側：履歴2回分</c:v>
          </c:tx>
          <c:spPr>
            <a:solidFill xmlns:a="http://schemas.openxmlformats.org/drawingml/2006/main">
              <a:srgbClr val="3D8DFF"/>
            </a:solidFill>
          </c:spPr>
          <c:cat>
            <c:strLit>
              <c:ptCount val="4"/>
              <c:pt idx="0">
                <c:v>定義重視</c:v>
              </c:pt>
              <c:pt idx="1">
                <c:v>具体例重視</c:v>
              </c:pt>
              <c:pt idx="2">
                <c:v>結論先行</c:v>
              </c:pt>
              <c:pt idx="3">
                <c:v>簡潔さ重視</c:v>
              </c:pt>
            </c:strLit>
          </c:cat>
          <c:val>
            <c:numLit>
              <c:formatCode>0.00</c:formatCode>
              <c:ptCount val="4"/>
              <c:pt idx="0">
                <c:v>0.131</c:v>
              </c:pt>
              <c:pt idx="1">
                <c:v>0.0835</c:v>
              </c:pt>
              <c:pt idx="2">
                <c:v>0.0135</c:v>
              </c:pt>
              <c:pt idx="3">
                <c:v>0.0802</c:v>
              </c:pt>
            </c:numLit>
          </c:val>
        </c:ser>
        <c:dLbls>
          <c:showLegendKey val="0"/>
          <c:showVal val="0"/>
          <c:showCatName val="0"/>
          <c:showSerName val="0"/>
          <c:showPercent val="0"/>
          <c:showBubbleSize val="0"/>
          <c:showLeaderLines val="0"/>
        </c:dLbls>
        <c:gapWidth val="7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050">
                <a:solidFill>
                  <a:srgbClr val="111111"/>
                </a:solidFill>
                <a:latin typeface="Helvetica Neue"/>
                <a:ea typeface="Helvetica Neue"/>
                <a:cs typeface="Helvetica Neue"/>
              </a:defRPr>
            </a:pPr>
          </a:p>
        </c:txPr>
        <c:crossAx val="48672768"/>
      </c:catAx>
      <c:valAx>
        <c:axId val="48672768"/>
        <c:scaling>
          <c:orientation val="minMax"/>
          <c:max val="0.2"/>
          <c:min val="0"/>
        </c:scaling>
        <c:delete val="0"/>
        <c:axPos val="l"/>
        <c:majorGridlines>
          <c:spPr>
            <a:ln xmlns:a="http://schemas.openxmlformats.org/drawingml/2006/main" w="9525">
              <a:solidFill>
                <a:srgbClr val="EDEDED"/>
              </a:solidFill>
              <a:prstDash val="solid"/>
            </a:ln>
          </c:spPr>
        </c:majorGridlines>
        <c:numFmt formatCode="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majorUnit val="0.04"/>
      </c:valAx>
      <c:spPr>
        <a:noFill xmlns:a="http://schemas.openxmlformats.org/drawingml/2006/main"/>
      </c:spPr>
    </c:plotArea>
    <c:plotVisOnly val="1"/>
  </c:chart>
  <c:spPr>
    <a:solidFill xmlns:a="http://schemas.openxmlformats.org/drawingml/2006/main">
      <a:srgbClr val="FFFFFF"/>
    </a:solidFill>
    <a:ln xmlns:a="http://schemas.openxmlformats.org/drawingml/2006/main" w="0">
      <a:solidFill>
        <a:srgbClr val="FFFFFF"/>
      </a:solidFill>
      <a:prstDash val="solid"/>
    </a:ln>
  </c:spPr>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kicker">
            <a:extLst xmlns:a="http://schemas.openxmlformats.org/drawingml/2006/main">
              <a:ext uri="{FF2B5EF4-FFF2-40B4-BE49-F238E27FC236}">
                <a16:creationId xmlns:a16="http://schemas.microsoft.com/office/drawing/2014/main" id="{63070CB4-961B-4D79-A4AF-C7D62381FE8D}"/>
              </a:ext>
            </a:extLst>
          </p:cNvPr>
          <p:cNvSpPr>
            <a:spLocks xmlns:a="http://schemas.openxmlformats.org/drawingml/2006/main" noGrp="1"/>
          </p:cNvSpPr>
          <p:nvPr/>
        </p:nvSpPr>
        <p:spPr>
          <a:xfrm xmlns:a="http://schemas.openxmlformats.org/drawingml/2006/main">
            <a:off x="457200" y="457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650" b="0">
                <a:solidFill>
                  <a:srgbClr val="61666E"/>
                </a:solidFill>
                <a:latin typeface="Helvetica Neue"/>
                <a:ea typeface="Helvetica Neue"/>
                <a:cs typeface="Helvetica Neue"/>
              </a:defRPr>
            </a:pPr>
            <a:r>
              <a:rPr sz="1650" b="0">
                <a:solidFill>
                  <a:srgbClr val="61666E"/>
                </a:solidFill>
                <a:latin typeface="Helvetica Neue"/>
                <a:ea typeface="Helvetica Neue"/>
                <a:cs typeface="Helvetica Neue"/>
              </a:rPr>
              <a:t>研究進捗報告</a:t>
            </a:r>
          </a:p>
        </p:txBody>
      </p:sp>
      <p:sp>
        <p:nvSpPr>
          <p:cNvPr id="2" name="cover">
            <a:extLst xmlns:a="http://schemas.openxmlformats.org/drawingml/2006/main">
              <a:ext uri="{FF2B5EF4-FFF2-40B4-BE49-F238E27FC236}">
                <a16:creationId xmlns:a16="http://schemas.microsoft.com/office/drawing/2014/main" id="{3C73B52D-8AC9-4850-9F0B-B985C01CE133}"/>
              </a:ext>
            </a:extLst>
          </p:cNvPr>
          <p:cNvSpPr>
            <a:spLocks xmlns:a="http://schemas.openxmlformats.org/drawingml/2006/main" noGrp="1"/>
          </p:cNvSpPr>
          <p:nvPr/>
        </p:nvSpPr>
        <p:spPr>
          <a:xfrm xmlns:a="http://schemas.openxmlformats.org/drawingml/2006/main">
            <a:off x="457200" y="1952625"/>
            <a:ext cx="10668000" cy="1762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編集履歴を次回の台本生成に反映すると、</a:t>
            </a:r>
          </a:p>
          <a:p xmlns:a="http://schemas.openxmlformats.org/drawingml/2006/main">
            <a:pPr algn="l">
              <a:defRPr sz="4125" b="1">
                <a:solidFill>
                  <a:srgbClr val="111111"/>
                </a:solidFill>
                <a:latin typeface="Helvetica Neue"/>
                <a:ea typeface="Helvetica Neue"/>
                <a:cs typeface="Helvetica Neue"/>
              </a:defRPr>
            </a:pPr>
            <a:r>
              <a:rPr sz="4125" b="1">
                <a:solidFill>
                  <a:srgbClr val="111111"/>
                </a:solidFill>
                <a:latin typeface="Helvetica Neue"/>
                <a:ea typeface="Helvetica Neue"/>
                <a:cs typeface="Helvetica Neue"/>
              </a:rPr>
              <a:t>ユーザの編集量は減るか</a:t>
            </a:r>
          </a:p>
        </p:txBody>
      </p:sp>
      <p:sp>
        <p:nvSpPr>
          <p:cNvPr id="3" name="sub">
            <a:extLst xmlns:a="http://schemas.openxmlformats.org/drawingml/2006/main">
              <a:ext uri="{FF2B5EF4-FFF2-40B4-BE49-F238E27FC236}">
                <a16:creationId xmlns:a16="http://schemas.microsoft.com/office/drawing/2014/main" id="{6FC0C4E9-0288-4EB6-874D-BEF5B0299750}"/>
              </a:ext>
            </a:extLst>
          </p:cNvPr>
          <p:cNvSpPr>
            <a:spLocks xmlns:a="http://schemas.openxmlformats.org/drawingml/2006/main" noGrp="1"/>
          </p:cNvSpPr>
          <p:nvPr/>
        </p:nvSpPr>
        <p:spPr>
          <a:xfrm xmlns:a="http://schemas.openxmlformats.org/drawingml/2006/main">
            <a:off x="457200" y="4810125"/>
            <a:ext cx="666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0">
                <a:solidFill>
                  <a:srgbClr val="111111"/>
                </a:solidFill>
                <a:latin typeface="Helvetica Neue"/>
                <a:ea typeface="Helvetica Neue"/>
                <a:cs typeface="Helvetica Neue"/>
              </a:defRPr>
            </a:pPr>
            <a:r>
              <a:rPr sz="2025" b="0">
                <a:solidFill>
                  <a:srgbClr val="111111"/>
                </a:solidFill>
                <a:latin typeface="Helvetica Neue"/>
                <a:ea typeface="Helvetica Neue"/>
                <a:cs typeface="Helvetica Neue"/>
              </a:rPr>
              <a:t>4種類の好みによる予備実験</a:t>
            </a:r>
          </a:p>
        </p:txBody>
      </p:sp>
    </p:spTree>
    <p:extLst>
      <p:ext uri="{BB962C8B-B14F-4D97-AF65-F5344CB8AC3E}">
        <p14:creationId xmlns:p14="http://schemas.microsoft.com/office/powerpoint/2010/main" val="61607649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2">
            <a:extLst xmlns:a="http://schemas.openxmlformats.org/drawingml/2006/main">
              <a:ext uri="{FF2B5EF4-FFF2-40B4-BE49-F238E27FC236}">
                <a16:creationId xmlns:a16="http://schemas.microsoft.com/office/drawing/2014/main" id="{BF8C4503-BA33-4B0A-B04C-80D39E649D54}"/>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今回試したこと</a:t>
            </a:r>
          </a:p>
        </p:txBody>
      </p:sp>
      <p:sp>
        <p:nvSpPr>
          <p:cNvPr id="2" name="page-2">
            <a:extLst xmlns:a="http://schemas.openxmlformats.org/drawingml/2006/main">
              <a:ext uri="{FF2B5EF4-FFF2-40B4-BE49-F238E27FC236}">
                <a16:creationId xmlns:a16="http://schemas.microsoft.com/office/drawing/2014/main" id="{1378AD6A-E2E8-4393-B271-3B91A4E8C04F}"/>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2</a:t>
            </a:r>
          </a:p>
        </p:txBody>
      </p:sp>
      <p:sp>
        <p:nvSpPr>
          <p:cNvPr id="3" name="a1">
            <a:extLst xmlns:a="http://schemas.openxmlformats.org/drawingml/2006/main">
              <a:ext uri="{FF2B5EF4-FFF2-40B4-BE49-F238E27FC236}">
                <a16:creationId xmlns:a16="http://schemas.microsoft.com/office/drawing/2014/main" id="{E3F6162E-3517-4D35-8BCB-3BB8300454B6}"/>
              </a:ext>
            </a:extLst>
          </p:cNvPr>
          <p:cNvSpPr>
            <a:spLocks xmlns:a="http://schemas.openxmlformats.org/drawingml/2006/main" noGrp="1"/>
          </p:cNvSpPr>
          <p:nvPr/>
        </p:nvSpPr>
        <p:spPr>
          <a:xfrm xmlns:a="http://schemas.openxmlformats.org/drawingml/2006/main">
            <a:off x="26193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4" name="a2">
            <a:extLst xmlns:a="http://schemas.openxmlformats.org/drawingml/2006/main">
              <a:ext uri="{FF2B5EF4-FFF2-40B4-BE49-F238E27FC236}">
                <a16:creationId xmlns:a16="http://schemas.microsoft.com/office/drawing/2014/main" id="{6526A417-7EC8-427A-B70C-E638D39E8492}"/>
              </a:ext>
            </a:extLst>
          </p:cNvPr>
          <p:cNvSpPr>
            <a:spLocks xmlns:a="http://schemas.openxmlformats.org/drawingml/2006/main" noGrp="1"/>
          </p:cNvSpPr>
          <p:nvPr/>
        </p:nvSpPr>
        <p:spPr>
          <a:xfrm xmlns:a="http://schemas.openxmlformats.org/drawingml/2006/main">
            <a:off x="557212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a3">
            <a:extLst xmlns:a="http://schemas.openxmlformats.org/drawingml/2006/main">
              <a:ext uri="{FF2B5EF4-FFF2-40B4-BE49-F238E27FC236}">
                <a16:creationId xmlns:a16="http://schemas.microsoft.com/office/drawing/2014/main" id="{9CB22FCA-73FF-459D-8DB3-204AF42CE113}"/>
              </a:ext>
            </a:extLst>
          </p:cNvPr>
          <p:cNvSpPr>
            <a:spLocks xmlns:a="http://schemas.openxmlformats.org/drawingml/2006/main" noGrp="1"/>
          </p:cNvSpPr>
          <p:nvPr/>
        </p:nvSpPr>
        <p:spPr>
          <a:xfrm xmlns:a="http://schemas.openxmlformats.org/drawingml/2006/main">
            <a:off x="8524875" y="3209925"/>
            <a:ext cx="10001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flow-0">
            <a:extLst xmlns:a="http://schemas.openxmlformats.org/drawingml/2006/main">
              <a:ext uri="{FF2B5EF4-FFF2-40B4-BE49-F238E27FC236}">
                <a16:creationId xmlns:a16="http://schemas.microsoft.com/office/drawing/2014/main" id="{AC4BAB0E-99A3-4B14-8E81-58A53A0E9008}"/>
              </a:ext>
            </a:extLst>
          </p:cNvPr>
          <p:cNvSpPr>
            <a:spLocks xmlns:a="http://schemas.openxmlformats.org/drawingml/2006/main" noGrp="1"/>
          </p:cNvSpPr>
          <p:nvPr/>
        </p:nvSpPr>
        <p:spPr>
          <a:xfrm xmlns:a="http://schemas.openxmlformats.org/drawingml/2006/main">
            <a:off x="5238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fh-0">
            <a:extLst xmlns:a="http://schemas.openxmlformats.org/drawingml/2006/main">
              <a:ext uri="{FF2B5EF4-FFF2-40B4-BE49-F238E27FC236}">
                <a16:creationId xmlns:a16="http://schemas.microsoft.com/office/drawing/2014/main" id="{3184ED3C-29B0-4421-A608-F05ABE66CFE9}"/>
              </a:ext>
            </a:extLst>
          </p:cNvPr>
          <p:cNvSpPr>
            <a:spLocks xmlns:a="http://schemas.openxmlformats.org/drawingml/2006/main" noGrp="1"/>
          </p:cNvSpPr>
          <p:nvPr/>
        </p:nvSpPr>
        <p:spPr>
          <a:xfrm xmlns:a="http://schemas.openxmlformats.org/drawingml/2006/main">
            <a:off x="7143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① 台本を生成</a:t>
            </a:r>
          </a:p>
        </p:txBody>
      </p:sp>
      <p:sp>
        <p:nvSpPr>
          <p:cNvPr id="8" name="fb-0">
            <a:extLst xmlns:a="http://schemas.openxmlformats.org/drawingml/2006/main">
              <a:ext uri="{FF2B5EF4-FFF2-40B4-BE49-F238E27FC236}">
                <a16:creationId xmlns:a16="http://schemas.microsoft.com/office/drawing/2014/main" id="{70D3B7A0-1A21-439F-B76E-69A4DC29B207}"/>
              </a:ext>
            </a:extLst>
          </p:cNvPr>
          <p:cNvSpPr>
            <a:spLocks xmlns:a="http://schemas.openxmlformats.org/drawingml/2006/main" noGrp="1"/>
          </p:cNvSpPr>
          <p:nvPr/>
        </p:nvSpPr>
        <p:spPr>
          <a:xfrm xmlns:a="http://schemas.openxmlformats.org/drawingml/2006/main">
            <a:off x="7143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最初は好みの情報なし</a:t>
            </a:r>
          </a:p>
        </p:txBody>
      </p:sp>
      <p:sp>
        <p:nvSpPr>
          <p:cNvPr id="9" name="flow-1">
            <a:extLst xmlns:a="http://schemas.openxmlformats.org/drawingml/2006/main">
              <a:ext uri="{FF2B5EF4-FFF2-40B4-BE49-F238E27FC236}">
                <a16:creationId xmlns:a16="http://schemas.microsoft.com/office/drawing/2014/main" id="{87BE6D86-E03C-4A30-A288-4C36A49ECCFB}"/>
              </a:ext>
            </a:extLst>
          </p:cNvPr>
          <p:cNvSpPr>
            <a:spLocks xmlns:a="http://schemas.openxmlformats.org/drawingml/2006/main" noGrp="1"/>
          </p:cNvSpPr>
          <p:nvPr/>
        </p:nvSpPr>
        <p:spPr>
          <a:xfrm xmlns:a="http://schemas.openxmlformats.org/drawingml/2006/main">
            <a:off x="347662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0" name="fh-1">
            <a:extLst xmlns:a="http://schemas.openxmlformats.org/drawingml/2006/main">
              <a:ext uri="{FF2B5EF4-FFF2-40B4-BE49-F238E27FC236}">
                <a16:creationId xmlns:a16="http://schemas.microsoft.com/office/drawing/2014/main" id="{F4B91DE7-D8C5-4C62-B8D1-26AF2C4C814C}"/>
              </a:ext>
            </a:extLst>
          </p:cNvPr>
          <p:cNvSpPr>
            <a:spLocks xmlns:a="http://schemas.openxmlformats.org/drawingml/2006/main" noGrp="1"/>
          </p:cNvSpPr>
          <p:nvPr/>
        </p:nvSpPr>
        <p:spPr>
          <a:xfrm xmlns:a="http://schemas.openxmlformats.org/drawingml/2006/main">
            <a:off x="36671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② 好みに沿って編集</a:t>
            </a:r>
          </a:p>
        </p:txBody>
      </p:sp>
      <p:sp>
        <p:nvSpPr>
          <p:cNvPr id="11" name="fb-1">
            <a:extLst xmlns:a="http://schemas.openxmlformats.org/drawingml/2006/main">
              <a:ext uri="{FF2B5EF4-FFF2-40B4-BE49-F238E27FC236}">
                <a16:creationId xmlns:a16="http://schemas.microsoft.com/office/drawing/2014/main" id="{D4391240-0883-42BD-A910-3F4A6DD28670}"/>
              </a:ext>
            </a:extLst>
          </p:cNvPr>
          <p:cNvSpPr>
            <a:spLocks xmlns:a="http://schemas.openxmlformats.org/drawingml/2006/main" noGrp="1"/>
          </p:cNvSpPr>
          <p:nvPr/>
        </p:nvSpPr>
        <p:spPr>
          <a:xfrm xmlns:a="http://schemas.openxmlformats.org/drawingml/2006/main">
            <a:off x="36671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違和感がある文だけ変更</a:t>
            </a:r>
          </a:p>
        </p:txBody>
      </p:sp>
      <p:sp>
        <p:nvSpPr>
          <p:cNvPr id="12" name="flow-2">
            <a:extLst xmlns:a="http://schemas.openxmlformats.org/drawingml/2006/main">
              <a:ext uri="{FF2B5EF4-FFF2-40B4-BE49-F238E27FC236}">
                <a16:creationId xmlns:a16="http://schemas.microsoft.com/office/drawing/2014/main" id="{2DC8F64D-F865-4DB0-9339-2D62B011DF82}"/>
              </a:ext>
            </a:extLst>
          </p:cNvPr>
          <p:cNvSpPr>
            <a:spLocks xmlns:a="http://schemas.openxmlformats.org/drawingml/2006/main" noGrp="1"/>
          </p:cNvSpPr>
          <p:nvPr/>
        </p:nvSpPr>
        <p:spPr>
          <a:xfrm xmlns:a="http://schemas.openxmlformats.org/drawingml/2006/main">
            <a:off x="6429375" y="2143125"/>
            <a:ext cx="2286000" cy="21907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3" name="fh-2">
            <a:extLst xmlns:a="http://schemas.openxmlformats.org/drawingml/2006/main">
              <a:ext uri="{FF2B5EF4-FFF2-40B4-BE49-F238E27FC236}">
                <a16:creationId xmlns:a16="http://schemas.microsoft.com/office/drawing/2014/main" id="{B685CD4D-0D87-4B62-9CF1-924049433666}"/>
              </a:ext>
            </a:extLst>
          </p:cNvPr>
          <p:cNvSpPr>
            <a:spLocks xmlns:a="http://schemas.openxmlformats.org/drawingml/2006/main" noGrp="1"/>
          </p:cNvSpPr>
          <p:nvPr/>
        </p:nvSpPr>
        <p:spPr>
          <a:xfrm xmlns:a="http://schemas.openxmlformats.org/drawingml/2006/main">
            <a:off x="661987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2677"/>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③ 編集から好みを抽出</a:t>
            </a:r>
          </a:p>
        </p:txBody>
      </p:sp>
      <p:sp>
        <p:nvSpPr>
          <p:cNvPr id="14" name="fb-2">
            <a:extLst xmlns:a="http://schemas.openxmlformats.org/drawingml/2006/main">
              <a:ext uri="{FF2B5EF4-FFF2-40B4-BE49-F238E27FC236}">
                <a16:creationId xmlns:a16="http://schemas.microsoft.com/office/drawing/2014/main" id="{BED7D87C-3AA9-46D4-89EA-C0FB0FB83968}"/>
              </a:ext>
            </a:extLst>
          </p:cNvPr>
          <p:cNvSpPr>
            <a:spLocks xmlns:a="http://schemas.openxmlformats.org/drawingml/2006/main" noGrp="1"/>
          </p:cNvSpPr>
          <p:nvPr/>
        </p:nvSpPr>
        <p:spPr>
          <a:xfrm xmlns:a="http://schemas.openxmlformats.org/drawingml/2006/main">
            <a:off x="661987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編集前後の差をもとに推定</a:t>
            </a:r>
          </a:p>
        </p:txBody>
      </p:sp>
      <p:sp>
        <p:nvSpPr>
          <p:cNvPr id="15" name="flow-3">
            <a:extLst xmlns:a="http://schemas.openxmlformats.org/drawingml/2006/main">
              <a:ext uri="{FF2B5EF4-FFF2-40B4-BE49-F238E27FC236}">
                <a16:creationId xmlns:a16="http://schemas.microsoft.com/office/drawing/2014/main" id="{1E08B6C7-F8A9-4D9A-8A02-0E101DBCB00A}"/>
              </a:ext>
            </a:extLst>
          </p:cNvPr>
          <p:cNvSpPr>
            <a:spLocks xmlns:a="http://schemas.openxmlformats.org/drawingml/2006/main" noGrp="1"/>
          </p:cNvSpPr>
          <p:nvPr/>
        </p:nvSpPr>
        <p:spPr>
          <a:xfrm xmlns:a="http://schemas.openxmlformats.org/drawingml/2006/main">
            <a:off x="9382125" y="2143125"/>
            <a:ext cx="2286000" cy="2190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6" name="fh-3">
            <a:extLst xmlns:a="http://schemas.openxmlformats.org/drawingml/2006/main">
              <a:ext uri="{FF2B5EF4-FFF2-40B4-BE49-F238E27FC236}">
                <a16:creationId xmlns:a16="http://schemas.microsoft.com/office/drawing/2014/main" id="{3930B54D-78FB-4BD5-ADBF-A5475556C7BD}"/>
              </a:ext>
            </a:extLst>
          </p:cNvPr>
          <p:cNvSpPr>
            <a:spLocks xmlns:a="http://schemas.openxmlformats.org/drawingml/2006/main" noGrp="1"/>
          </p:cNvSpPr>
          <p:nvPr/>
        </p:nvSpPr>
        <p:spPr>
          <a:xfrm xmlns:a="http://schemas.openxmlformats.org/drawingml/2006/main">
            <a:off x="9572625" y="2428875"/>
            <a:ext cx="1905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④ 次回生成に反映</a:t>
            </a:r>
          </a:p>
        </p:txBody>
      </p:sp>
      <p:sp>
        <p:nvSpPr>
          <p:cNvPr id="17" name="fb-3">
            <a:extLst xmlns:a="http://schemas.openxmlformats.org/drawingml/2006/main">
              <a:ext uri="{FF2B5EF4-FFF2-40B4-BE49-F238E27FC236}">
                <a16:creationId xmlns:a16="http://schemas.microsoft.com/office/drawing/2014/main" id="{9108871F-4B61-43E2-933D-384CAC232D40}"/>
              </a:ext>
            </a:extLst>
          </p:cNvPr>
          <p:cNvSpPr>
            <a:spLocks xmlns:a="http://schemas.openxmlformats.org/drawingml/2006/main" noGrp="1"/>
          </p:cNvSpPr>
          <p:nvPr/>
        </p:nvSpPr>
        <p:spPr>
          <a:xfrm xmlns:a="http://schemas.openxmlformats.org/drawingml/2006/main">
            <a:off x="9572625" y="3238500"/>
            <a:ext cx="190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抽出した好みを指示として追加</a:t>
            </a:r>
          </a:p>
        </p:txBody>
      </p:sp>
      <p:sp>
        <p:nvSpPr>
          <p:cNvPr id="18" name="flow-foot">
            <a:extLst xmlns:a="http://schemas.openxmlformats.org/drawingml/2006/main">
              <a:ext uri="{FF2B5EF4-FFF2-40B4-BE49-F238E27FC236}">
                <a16:creationId xmlns:a16="http://schemas.microsoft.com/office/drawing/2014/main" id="{40FD9B29-F3EE-4EC0-8320-CBEB20ADB9B7}"/>
              </a:ext>
            </a:extLst>
          </p:cNvPr>
          <p:cNvSpPr>
            <a:spLocks xmlns:a="http://schemas.openxmlformats.org/drawingml/2006/main" noGrp="1"/>
          </p:cNvSpPr>
          <p:nvPr/>
        </p:nvSpPr>
        <p:spPr>
          <a:xfrm xmlns:a="http://schemas.openxmlformats.org/drawingml/2006/main">
            <a:off x="1619250" y="5143500"/>
            <a:ext cx="895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確認したいこと：2回目以降の台本が、編集前からユーザの好みに近づくか</a:t>
            </a:r>
          </a:p>
        </p:txBody>
      </p:sp>
    </p:spTree>
    <p:extLst>
      <p:ext uri="{BB962C8B-B14F-4D97-AF65-F5344CB8AC3E}">
        <p14:creationId xmlns:p14="http://schemas.microsoft.com/office/powerpoint/2010/main" val="1458272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title-3">
            <a:extLst xmlns:a="http://schemas.openxmlformats.org/drawingml/2006/main">
              <a:ext uri="{FF2B5EF4-FFF2-40B4-BE49-F238E27FC236}">
                <a16:creationId xmlns:a16="http://schemas.microsoft.com/office/drawing/2014/main" id="{1EF1864D-1D3A-416D-A58E-22B5B5930EA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実際の連続利用に、効果測定用の比較を加えた</a:t>
            </a:r>
          </a:p>
        </p:txBody>
      </p:sp>
      <p:sp>
        <p:nvSpPr>
          <p:cNvPr id="2" name="page-3">
            <a:extLst xmlns:a="http://schemas.openxmlformats.org/drawingml/2006/main">
              <a:ext uri="{FF2B5EF4-FFF2-40B4-BE49-F238E27FC236}">
                <a16:creationId xmlns:a16="http://schemas.microsoft.com/office/drawing/2014/main" id="{1773193E-B912-487B-92EB-607F55EE0384}"/>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3</a:t>
            </a:r>
          </a:p>
        </p:txBody>
      </p:sp>
      <p:sp>
        <p:nvSpPr>
          <p:cNvPr id="3" name="legend-live">
            <a:extLst xmlns:a="http://schemas.openxmlformats.org/drawingml/2006/main">
              <a:ext uri="{FF2B5EF4-FFF2-40B4-BE49-F238E27FC236}">
                <a16:creationId xmlns:a16="http://schemas.microsoft.com/office/drawing/2014/main" id="{E5B4D6D0-31DC-441A-9136-9376ADADD4ED}"/>
              </a:ext>
            </a:extLst>
          </p:cNvPr>
          <p:cNvSpPr>
            <a:spLocks xmlns:a="http://schemas.openxmlformats.org/drawingml/2006/main" noGrp="1"/>
          </p:cNvSpPr>
          <p:nvPr/>
        </p:nvSpPr>
        <p:spPr>
          <a:xfrm xmlns:a="http://schemas.openxmlformats.org/drawingml/2006/main">
            <a:off x="619125" y="1095375"/>
            <a:ext cx="209550" cy="2095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4" name="legend-live-t">
            <a:extLst xmlns:a="http://schemas.openxmlformats.org/drawingml/2006/main">
              <a:ext uri="{FF2B5EF4-FFF2-40B4-BE49-F238E27FC236}">
                <a16:creationId xmlns:a16="http://schemas.microsoft.com/office/drawing/2014/main" id="{A1193F7F-BD08-46D6-B0D4-35CE0E401CE3}"/>
              </a:ext>
            </a:extLst>
          </p:cNvPr>
          <p:cNvSpPr>
            <a:spLocks xmlns:a="http://schemas.openxmlformats.org/drawingml/2006/main" noGrp="1"/>
          </p:cNvSpPr>
          <p:nvPr/>
        </p:nvSpPr>
        <p:spPr>
          <a:xfrm xmlns:a="http://schemas.openxmlformats.org/drawingml/2006/main">
            <a:off x="952500" y="1066800"/>
            <a:ext cx="42386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実利用：編集履歴を次回へ引き継ぐ</a:t>
            </a:r>
          </a:p>
        </p:txBody>
      </p:sp>
      <p:sp>
        <p:nvSpPr>
          <p:cNvPr id="5" name="legend-control">
            <a:extLst xmlns:a="http://schemas.openxmlformats.org/drawingml/2006/main">
              <a:ext uri="{FF2B5EF4-FFF2-40B4-BE49-F238E27FC236}">
                <a16:creationId xmlns:a16="http://schemas.microsoft.com/office/drawing/2014/main" id="{D068A803-1D14-4D1C-B89F-6E2DC7F2D464}"/>
              </a:ext>
            </a:extLst>
          </p:cNvPr>
          <p:cNvSpPr>
            <a:spLocks xmlns:a="http://schemas.openxmlformats.org/drawingml/2006/main" noGrp="1"/>
          </p:cNvSpPr>
          <p:nvPr/>
        </p:nvSpPr>
        <p:spPr>
          <a:xfrm xmlns:a="http://schemas.openxmlformats.org/drawingml/2006/main">
            <a:off x="6477000" y="1095375"/>
            <a:ext cx="209550" cy="2095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6" name="legend-control-t">
            <a:extLst xmlns:a="http://schemas.openxmlformats.org/drawingml/2006/main">
              <a:ext uri="{FF2B5EF4-FFF2-40B4-BE49-F238E27FC236}">
                <a16:creationId xmlns:a16="http://schemas.microsoft.com/office/drawing/2014/main" id="{A90347A5-DEC3-4B38-8B4A-94852781F22B}"/>
              </a:ext>
            </a:extLst>
          </p:cNvPr>
          <p:cNvSpPr>
            <a:spLocks xmlns:a="http://schemas.openxmlformats.org/drawingml/2006/main" noGrp="1"/>
          </p:cNvSpPr>
          <p:nvPr/>
        </p:nvSpPr>
        <p:spPr>
          <a:xfrm xmlns:a="http://schemas.openxmlformats.org/drawingml/2006/main">
            <a:off x="6810375" y="1066800"/>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比較用：履歴なしで生成し、次回へは引き継がない</a:t>
            </a:r>
          </a:p>
        </p:txBody>
      </p:sp>
      <p:sp>
        <p:nvSpPr>
          <p:cNvPr id="7" name="live-a1">
            <a:extLst xmlns:a="http://schemas.openxmlformats.org/drawingml/2006/main">
              <a:ext uri="{FF2B5EF4-FFF2-40B4-BE49-F238E27FC236}">
                <a16:creationId xmlns:a16="http://schemas.microsoft.com/office/drawing/2014/main" id="{016AA87F-1099-4ADA-8955-FD945E68B243}"/>
              </a:ext>
            </a:extLst>
          </p:cNvPr>
          <p:cNvSpPr>
            <a:spLocks xmlns:a="http://schemas.openxmlformats.org/drawingml/2006/main" noGrp="1"/>
          </p:cNvSpPr>
          <p:nvPr/>
        </p:nvSpPr>
        <p:spPr>
          <a:xfrm xmlns:a="http://schemas.openxmlformats.org/drawingml/2006/main">
            <a:off x="3714750"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8" name="live-a2">
            <a:extLst xmlns:a="http://schemas.openxmlformats.org/drawingml/2006/main">
              <a:ext uri="{FF2B5EF4-FFF2-40B4-BE49-F238E27FC236}">
                <a16:creationId xmlns:a16="http://schemas.microsoft.com/office/drawing/2014/main" id="{2C9243A3-EA7E-4071-9C26-7D65903B9150}"/>
              </a:ext>
            </a:extLst>
          </p:cNvPr>
          <p:cNvSpPr>
            <a:spLocks xmlns:a="http://schemas.openxmlformats.org/drawingml/2006/main" noGrp="1"/>
          </p:cNvSpPr>
          <p:nvPr/>
        </p:nvSpPr>
        <p:spPr>
          <a:xfrm xmlns:a="http://schemas.openxmlformats.org/drawingml/2006/main">
            <a:off x="7667625" y="2952750"/>
            <a:ext cx="52387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9" name="rh-0">
            <a:extLst xmlns:a="http://schemas.openxmlformats.org/drawingml/2006/main">
              <a:ext uri="{FF2B5EF4-FFF2-40B4-BE49-F238E27FC236}">
                <a16:creationId xmlns:a16="http://schemas.microsoft.com/office/drawing/2014/main" id="{9958E098-F586-4740-A96B-43402B1D0028}"/>
              </a:ext>
            </a:extLst>
          </p:cNvPr>
          <p:cNvSpPr>
            <a:spLocks xmlns:a="http://schemas.openxmlformats.org/drawingml/2006/main" noGrp="1"/>
          </p:cNvSpPr>
          <p:nvPr/>
        </p:nvSpPr>
        <p:spPr>
          <a:xfrm xmlns:a="http://schemas.openxmlformats.org/drawingml/2006/main">
            <a:off x="52387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1回目</a:t>
            </a:r>
          </a:p>
        </p:txBody>
      </p:sp>
      <p:sp>
        <p:nvSpPr>
          <p:cNvPr id="10" name="live-0">
            <a:extLst xmlns:a="http://schemas.openxmlformats.org/drawingml/2006/main">
              <a:ext uri="{FF2B5EF4-FFF2-40B4-BE49-F238E27FC236}">
                <a16:creationId xmlns:a16="http://schemas.microsoft.com/office/drawing/2014/main" id="{371FA4D5-8C24-482A-B8EC-A649BF7C3037}"/>
              </a:ext>
            </a:extLst>
          </p:cNvPr>
          <p:cNvSpPr>
            <a:spLocks xmlns:a="http://schemas.openxmlformats.org/drawingml/2006/main" noGrp="1"/>
          </p:cNvSpPr>
          <p:nvPr/>
        </p:nvSpPr>
        <p:spPr>
          <a:xfrm xmlns:a="http://schemas.openxmlformats.org/drawingml/2006/main">
            <a:off x="52387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live-mark-0">
            <a:extLst xmlns:a="http://schemas.openxmlformats.org/drawingml/2006/main">
              <a:ext uri="{FF2B5EF4-FFF2-40B4-BE49-F238E27FC236}">
                <a16:creationId xmlns:a16="http://schemas.microsoft.com/office/drawing/2014/main" id="{00EFA4F6-614C-4389-9EFB-799B92CEF7DF}"/>
              </a:ext>
            </a:extLst>
          </p:cNvPr>
          <p:cNvSpPr>
            <a:spLocks xmlns:a="http://schemas.openxmlformats.org/drawingml/2006/main" noGrp="1"/>
          </p:cNvSpPr>
          <p:nvPr/>
        </p:nvSpPr>
        <p:spPr>
          <a:xfrm xmlns:a="http://schemas.openxmlformats.org/drawingml/2006/main">
            <a:off x="52387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2" name="live-t-0">
            <a:extLst xmlns:a="http://schemas.openxmlformats.org/drawingml/2006/main">
              <a:ext uri="{FF2B5EF4-FFF2-40B4-BE49-F238E27FC236}">
                <a16:creationId xmlns:a16="http://schemas.microsoft.com/office/drawing/2014/main" id="{4E278E7E-FBF6-4123-B321-B431FE8C66BA}"/>
              </a:ext>
            </a:extLst>
          </p:cNvPr>
          <p:cNvSpPr>
            <a:spLocks xmlns:a="http://schemas.openxmlformats.org/drawingml/2006/main" noGrp="1"/>
          </p:cNvSpPr>
          <p:nvPr/>
        </p:nvSpPr>
        <p:spPr>
          <a:xfrm xmlns:a="http://schemas.openxmlformats.org/drawingml/2006/main">
            <a:off x="82867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履歴なしで生成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好み履歴①を作る</a:t>
            </a:r>
          </a:p>
        </p:txBody>
      </p:sp>
      <p:sp>
        <p:nvSpPr>
          <p:cNvPr id="13" name="rh-1">
            <a:extLst xmlns:a="http://schemas.openxmlformats.org/drawingml/2006/main">
              <a:ext uri="{FF2B5EF4-FFF2-40B4-BE49-F238E27FC236}">
                <a16:creationId xmlns:a16="http://schemas.microsoft.com/office/drawing/2014/main" id="{1F41F3CC-78F6-41FE-81A6-FC1E930BF813}"/>
              </a:ext>
            </a:extLst>
          </p:cNvPr>
          <p:cNvSpPr>
            <a:spLocks xmlns:a="http://schemas.openxmlformats.org/drawingml/2006/main" noGrp="1"/>
          </p:cNvSpPr>
          <p:nvPr/>
        </p:nvSpPr>
        <p:spPr>
          <a:xfrm xmlns:a="http://schemas.openxmlformats.org/drawingml/2006/main">
            <a:off x="4476750"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2回目</a:t>
            </a:r>
          </a:p>
        </p:txBody>
      </p:sp>
      <p:sp>
        <p:nvSpPr>
          <p:cNvPr id="14" name="live-1">
            <a:extLst xmlns:a="http://schemas.openxmlformats.org/drawingml/2006/main">
              <a:ext uri="{FF2B5EF4-FFF2-40B4-BE49-F238E27FC236}">
                <a16:creationId xmlns:a16="http://schemas.microsoft.com/office/drawing/2014/main" id="{A80FFBAD-ED34-489A-AF0A-75A33925A386}"/>
              </a:ext>
            </a:extLst>
          </p:cNvPr>
          <p:cNvSpPr>
            <a:spLocks xmlns:a="http://schemas.openxmlformats.org/drawingml/2006/main" noGrp="1"/>
          </p:cNvSpPr>
          <p:nvPr/>
        </p:nvSpPr>
        <p:spPr>
          <a:xfrm xmlns:a="http://schemas.openxmlformats.org/drawingml/2006/main">
            <a:off x="4476750"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5" name="live-mark-1">
            <a:extLst xmlns:a="http://schemas.openxmlformats.org/drawingml/2006/main">
              <a:ext uri="{FF2B5EF4-FFF2-40B4-BE49-F238E27FC236}">
                <a16:creationId xmlns:a16="http://schemas.microsoft.com/office/drawing/2014/main" id="{7263125F-677E-409F-B5C8-A20AA5901165}"/>
              </a:ext>
            </a:extLst>
          </p:cNvPr>
          <p:cNvSpPr>
            <a:spLocks xmlns:a="http://schemas.openxmlformats.org/drawingml/2006/main" noGrp="1"/>
          </p:cNvSpPr>
          <p:nvPr/>
        </p:nvSpPr>
        <p:spPr>
          <a:xfrm xmlns:a="http://schemas.openxmlformats.org/drawingml/2006/main">
            <a:off x="4476750"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16" name="live-t-1">
            <a:extLst xmlns:a="http://schemas.openxmlformats.org/drawingml/2006/main">
              <a:ext uri="{FF2B5EF4-FFF2-40B4-BE49-F238E27FC236}">
                <a16:creationId xmlns:a16="http://schemas.microsoft.com/office/drawing/2014/main" id="{86789E2E-8069-4624-B763-4FD906535EFC}"/>
              </a:ext>
            </a:extLst>
          </p:cNvPr>
          <p:cNvSpPr>
            <a:spLocks xmlns:a="http://schemas.openxmlformats.org/drawingml/2006/main" noGrp="1"/>
          </p:cNvSpPr>
          <p:nvPr/>
        </p:nvSpPr>
        <p:spPr>
          <a:xfrm xmlns:a="http://schemas.openxmlformats.org/drawingml/2006/main">
            <a:off x="4781550"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履歴①で新教材を生成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好み履歴②を追加</a:t>
            </a:r>
          </a:p>
        </p:txBody>
      </p:sp>
      <p:sp>
        <p:nvSpPr>
          <p:cNvPr id="17" name="rh-2">
            <a:extLst xmlns:a="http://schemas.openxmlformats.org/drawingml/2006/main">
              <a:ext uri="{FF2B5EF4-FFF2-40B4-BE49-F238E27FC236}">
                <a16:creationId xmlns:a16="http://schemas.microsoft.com/office/drawing/2014/main" id="{4A1D913F-41EB-4E6A-9C79-7C57C0D789A9}"/>
              </a:ext>
            </a:extLst>
          </p:cNvPr>
          <p:cNvSpPr>
            <a:spLocks xmlns:a="http://schemas.openxmlformats.org/drawingml/2006/main" noGrp="1"/>
          </p:cNvSpPr>
          <p:nvPr/>
        </p:nvSpPr>
        <p:spPr>
          <a:xfrm xmlns:a="http://schemas.openxmlformats.org/drawingml/2006/main">
            <a:off x="8429625" y="1619250"/>
            <a:ext cx="323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3回目</a:t>
            </a:r>
          </a:p>
        </p:txBody>
      </p:sp>
      <p:sp>
        <p:nvSpPr>
          <p:cNvPr id="18" name="live-2">
            <a:extLst xmlns:a="http://schemas.openxmlformats.org/drawingml/2006/main">
              <a:ext uri="{FF2B5EF4-FFF2-40B4-BE49-F238E27FC236}">
                <a16:creationId xmlns:a16="http://schemas.microsoft.com/office/drawing/2014/main" id="{DD170CA3-9BF9-4495-98A4-CB2658000195}"/>
              </a:ext>
            </a:extLst>
          </p:cNvPr>
          <p:cNvSpPr>
            <a:spLocks xmlns:a="http://schemas.openxmlformats.org/drawingml/2006/main" noGrp="1"/>
          </p:cNvSpPr>
          <p:nvPr/>
        </p:nvSpPr>
        <p:spPr>
          <a:xfrm xmlns:a="http://schemas.openxmlformats.org/drawingml/2006/main">
            <a:off x="8429625" y="2095500"/>
            <a:ext cx="3238500" cy="18097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9" name="live-mark-2">
            <a:extLst xmlns:a="http://schemas.openxmlformats.org/drawingml/2006/main">
              <a:ext uri="{FF2B5EF4-FFF2-40B4-BE49-F238E27FC236}">
                <a16:creationId xmlns:a16="http://schemas.microsoft.com/office/drawing/2014/main" id="{C6DDC85A-C420-4E27-B01B-597A164616CE}"/>
              </a:ext>
            </a:extLst>
          </p:cNvPr>
          <p:cNvSpPr>
            <a:spLocks xmlns:a="http://schemas.openxmlformats.org/drawingml/2006/main" noGrp="1"/>
          </p:cNvSpPr>
          <p:nvPr/>
        </p:nvSpPr>
        <p:spPr>
          <a:xfrm xmlns:a="http://schemas.openxmlformats.org/drawingml/2006/main">
            <a:off x="8429625" y="2095500"/>
            <a:ext cx="95250" cy="18097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20" name="live-t-2">
            <a:extLst xmlns:a="http://schemas.openxmlformats.org/drawingml/2006/main">
              <a:ext uri="{FF2B5EF4-FFF2-40B4-BE49-F238E27FC236}">
                <a16:creationId xmlns:a16="http://schemas.microsoft.com/office/drawing/2014/main" id="{0A8BCEC2-1B77-471A-9E19-85C6DA5FD1A5}"/>
              </a:ext>
            </a:extLst>
          </p:cNvPr>
          <p:cNvSpPr>
            <a:spLocks xmlns:a="http://schemas.openxmlformats.org/drawingml/2006/main" noGrp="1"/>
          </p:cNvSpPr>
          <p:nvPr/>
        </p:nvSpPr>
        <p:spPr>
          <a:xfrm xmlns:a="http://schemas.openxmlformats.org/drawingml/2006/main">
            <a:off x="8734425" y="2381250"/>
            <a:ext cx="2628900" cy="1238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履歴①＋②で</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新教材を生成</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a:t>
            </a:r>
          </a:p>
          <a:p xmlns:a="http://schemas.openxmlformats.org/drawingml/2006/main">
            <a:pPr algn="ctr">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必要な文を編集</a:t>
            </a:r>
          </a:p>
        </p:txBody>
      </p:sp>
      <p:sp>
        <p:nvSpPr>
          <p:cNvPr id="21" name="control-1">
            <a:extLst xmlns:a="http://schemas.openxmlformats.org/drawingml/2006/main">
              <a:ext uri="{FF2B5EF4-FFF2-40B4-BE49-F238E27FC236}">
                <a16:creationId xmlns:a16="http://schemas.microsoft.com/office/drawing/2014/main" id="{3C1AFD9E-553A-4D65-94F8-A5371ECC5E06}"/>
              </a:ext>
            </a:extLst>
          </p:cNvPr>
          <p:cNvSpPr>
            <a:spLocks xmlns:a="http://schemas.openxmlformats.org/drawingml/2006/main" noGrp="1"/>
          </p:cNvSpPr>
          <p:nvPr/>
        </p:nvSpPr>
        <p:spPr>
          <a:xfrm xmlns:a="http://schemas.openxmlformats.org/drawingml/2006/main">
            <a:off x="4476750"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2" name="control-t-1">
            <a:extLst xmlns:a="http://schemas.openxmlformats.org/drawingml/2006/main">
              <a:ext uri="{FF2B5EF4-FFF2-40B4-BE49-F238E27FC236}">
                <a16:creationId xmlns:a16="http://schemas.microsoft.com/office/drawing/2014/main" id="{8B912C7D-5688-4F61-90D8-8B678970D487}"/>
              </a:ext>
            </a:extLst>
          </p:cNvPr>
          <p:cNvSpPr>
            <a:spLocks xmlns:a="http://schemas.openxmlformats.org/drawingml/2006/main" noGrp="1"/>
          </p:cNvSpPr>
          <p:nvPr/>
        </p:nvSpPr>
        <p:spPr>
          <a:xfrm xmlns:a="http://schemas.openxmlformats.org/drawingml/2006/main">
            <a:off x="4714875"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同じ2回目教材を履歴なしでも生成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実利用側との台本修正量を比較</a:t>
            </a:r>
          </a:p>
        </p:txBody>
      </p:sp>
      <p:sp>
        <p:nvSpPr>
          <p:cNvPr id="23" name="control-2">
            <a:extLst xmlns:a="http://schemas.openxmlformats.org/drawingml/2006/main">
              <a:ext uri="{FF2B5EF4-FFF2-40B4-BE49-F238E27FC236}">
                <a16:creationId xmlns:a16="http://schemas.microsoft.com/office/drawing/2014/main" id="{104BF55D-BFE0-41DE-B224-51EC82DE03DE}"/>
              </a:ext>
            </a:extLst>
          </p:cNvPr>
          <p:cNvSpPr>
            <a:spLocks xmlns:a="http://schemas.openxmlformats.org/drawingml/2006/main" noGrp="1"/>
          </p:cNvSpPr>
          <p:nvPr/>
        </p:nvSpPr>
        <p:spPr>
          <a:xfrm xmlns:a="http://schemas.openxmlformats.org/drawingml/2006/main">
            <a:off x="8429625" y="4238625"/>
            <a:ext cx="3238500"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24" name="control-t-2">
            <a:extLst xmlns:a="http://schemas.openxmlformats.org/drawingml/2006/main">
              <a:ext uri="{FF2B5EF4-FFF2-40B4-BE49-F238E27FC236}">
                <a16:creationId xmlns:a16="http://schemas.microsoft.com/office/drawing/2014/main" id="{2E6CF92D-A1F3-41A1-8B88-A7F3F758B522}"/>
              </a:ext>
            </a:extLst>
          </p:cNvPr>
          <p:cNvSpPr>
            <a:spLocks xmlns:a="http://schemas.openxmlformats.org/drawingml/2006/main" noGrp="1"/>
          </p:cNvSpPr>
          <p:nvPr/>
        </p:nvSpPr>
        <p:spPr>
          <a:xfrm xmlns:a="http://schemas.openxmlformats.org/drawingml/2006/main">
            <a:off x="8667750" y="4448175"/>
            <a:ext cx="2762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98645"/>
          </a:bodyPr>
          <a:lstStyle xmlns:a="http://schemas.openxmlformats.org/drawingml/2006/main"/>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同じ3回目教材を履歴なしでも生成</a:t>
            </a:r>
          </a:p>
          <a:p xmlns:a="http://schemas.openxmlformats.org/drawingml/2006/main">
            <a:pPr algn="ctr">
              <a:defRPr sz="1425" b="0">
                <a:solidFill>
                  <a:srgbClr val="111111"/>
                </a:solidFill>
                <a:latin typeface="Helvetica Neue"/>
                <a:ea typeface="Helvetica Neue"/>
                <a:cs typeface="Helvetica Neue"/>
              </a:defRPr>
            </a:pPr>
            <a:r>
              <a:rPr sz="1425" b="0">
                <a:solidFill>
                  <a:srgbClr val="111111"/>
                </a:solidFill>
                <a:latin typeface="Helvetica Neue"/>
                <a:ea typeface="Helvetica Neue"/>
                <a:cs typeface="Helvetica Neue"/>
              </a:rPr>
              <a:t>→ 実利用側との台本修正量を比較</a:t>
            </a:r>
          </a:p>
        </p:txBody>
      </p:sp>
      <p:sp>
        <p:nvSpPr>
          <p:cNvPr id="25" name="no-feed-1">
            <a:extLst xmlns:a="http://schemas.openxmlformats.org/drawingml/2006/main">
              <a:ext uri="{FF2B5EF4-FFF2-40B4-BE49-F238E27FC236}">
                <a16:creationId xmlns:a16="http://schemas.microsoft.com/office/drawing/2014/main" id="{05FF2134-4B43-4980-A469-F76E22597CF0}"/>
              </a:ext>
            </a:extLst>
          </p:cNvPr>
          <p:cNvSpPr>
            <a:spLocks xmlns:a="http://schemas.openxmlformats.org/drawingml/2006/main" noGrp="1"/>
          </p:cNvSpPr>
          <p:nvPr/>
        </p:nvSpPr>
        <p:spPr>
          <a:xfrm xmlns:a="http://schemas.openxmlformats.org/drawingml/2006/main">
            <a:off x="4953000"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6" name="no-feed-2">
            <a:extLst xmlns:a="http://schemas.openxmlformats.org/drawingml/2006/main">
              <a:ext uri="{FF2B5EF4-FFF2-40B4-BE49-F238E27FC236}">
                <a16:creationId xmlns:a16="http://schemas.microsoft.com/office/drawing/2014/main" id="{41B5E60F-06AC-48C5-A6D2-82F81AC11032}"/>
              </a:ext>
            </a:extLst>
          </p:cNvPr>
          <p:cNvSpPr>
            <a:spLocks xmlns:a="http://schemas.openxmlformats.org/drawingml/2006/main" noGrp="1"/>
          </p:cNvSpPr>
          <p:nvPr/>
        </p:nvSpPr>
        <p:spPr>
          <a:xfrm xmlns:a="http://schemas.openxmlformats.org/drawingml/2006/main">
            <a:off x="8905875" y="5381625"/>
            <a:ext cx="2286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350" b="0">
                <a:solidFill>
                  <a:srgbClr val="61666E"/>
                </a:solidFill>
                <a:latin typeface="Helvetica Neue"/>
                <a:ea typeface="Helvetica Neue"/>
                <a:cs typeface="Helvetica Neue"/>
              </a:defRPr>
            </a:pPr>
            <a:r>
              <a:rPr sz="1350" b="0">
                <a:solidFill>
                  <a:srgbClr val="61666E"/>
                </a:solidFill>
                <a:latin typeface="Helvetica Neue"/>
                <a:ea typeface="Helvetica Neue"/>
                <a:cs typeface="Helvetica Neue"/>
              </a:rPr>
              <a:t>比較結果だけを記録</a:t>
            </a:r>
          </a:p>
        </p:txBody>
      </p:sp>
      <p:sp>
        <p:nvSpPr>
          <p:cNvPr id="27" name="key">
            <a:extLst xmlns:a="http://schemas.openxmlformats.org/drawingml/2006/main">
              <a:ext uri="{FF2B5EF4-FFF2-40B4-BE49-F238E27FC236}">
                <a16:creationId xmlns:a16="http://schemas.microsoft.com/office/drawing/2014/main" id="{FEEE9E0D-1CB5-4A35-942A-A9574CD63B2B}"/>
              </a:ext>
            </a:extLst>
          </p:cNvPr>
          <p:cNvSpPr>
            <a:spLocks xmlns:a="http://schemas.openxmlformats.org/drawingml/2006/main" noGrp="1"/>
          </p:cNvSpPr>
          <p:nvPr/>
        </p:nvSpPr>
        <p:spPr>
          <a:xfrm xmlns:a="http://schemas.openxmlformats.org/drawingml/2006/main">
            <a:off x="1381125" y="5953125"/>
            <a:ext cx="9429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次回へ進むのは青い経路だけ。灰色は好み反映の効果を測るための比較用Control</a:t>
            </a:r>
          </a:p>
        </p:txBody>
      </p:sp>
    </p:spTree>
    <p:extLst>
      <p:ext uri="{BB962C8B-B14F-4D97-AF65-F5344CB8AC3E}">
        <p14:creationId xmlns:p14="http://schemas.microsoft.com/office/powerpoint/2010/main" val="46076119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title-4">
            <a:extLst xmlns:a="http://schemas.openxmlformats.org/drawingml/2006/main">
              <a:ext uri="{FF2B5EF4-FFF2-40B4-BE49-F238E27FC236}">
                <a16:creationId xmlns:a16="http://schemas.microsoft.com/office/drawing/2014/main" id="{F27C00BF-82AD-44CF-A93A-259544391DF7}"/>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編集回数は決めず、必要な文だけを直した</a:t>
            </a:r>
          </a:p>
        </p:txBody>
      </p:sp>
      <p:sp>
        <p:nvSpPr>
          <p:cNvPr id="2" name="page-4">
            <a:extLst xmlns:a="http://schemas.openxmlformats.org/drawingml/2006/main">
              <a:ext uri="{FF2B5EF4-FFF2-40B4-BE49-F238E27FC236}">
                <a16:creationId xmlns:a16="http://schemas.microsoft.com/office/drawing/2014/main" id="{72E167D8-C271-4B1E-9F53-6E2DC1734CA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4</a:t>
            </a:r>
          </a:p>
        </p:txBody>
      </p:sp>
      <p:sp>
        <p:nvSpPr>
          <p:cNvPr id="3" name="policy">
            <a:extLst xmlns:a="http://schemas.openxmlformats.org/drawingml/2006/main">
              <a:ext uri="{FF2B5EF4-FFF2-40B4-BE49-F238E27FC236}">
                <a16:creationId xmlns:a16="http://schemas.microsoft.com/office/drawing/2014/main" id="{23AF9F79-E9D1-48DA-8C45-BC1A0FDA36CC}"/>
              </a:ext>
            </a:extLst>
          </p:cNvPr>
          <p:cNvSpPr>
            <a:spLocks xmlns:a="http://schemas.openxmlformats.org/drawingml/2006/main" noGrp="1"/>
          </p:cNvSpPr>
          <p:nvPr/>
        </p:nvSpPr>
        <p:spPr>
          <a:xfrm xmlns:a="http://schemas.openxmlformats.org/drawingml/2006/main">
            <a:off x="1238250" y="1257300"/>
            <a:ext cx="971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100" b="1">
                <a:solidFill>
                  <a:srgbClr val="111111"/>
                </a:solidFill>
                <a:latin typeface="Helvetica Neue"/>
                <a:ea typeface="Helvetica Neue"/>
                <a:cs typeface="Helvetica Neue"/>
              </a:defRPr>
            </a:pPr>
            <a:r>
              <a:rPr sz="2100" b="1">
                <a:solidFill>
                  <a:srgbClr val="111111"/>
                </a:solidFill>
                <a:latin typeface="Helvetica Neue"/>
                <a:ea typeface="Helvetica Neue"/>
                <a:cs typeface="Helvetica Neue"/>
              </a:rPr>
              <a:t>各好みの方針に照らし、すでに満たしている文は変更しない</a:t>
            </a:r>
          </a:p>
        </p:txBody>
      </p:sp>
      <p:sp>
        <p:nvSpPr>
          <p:cNvPr id="4" name="ex1-h">
            <a:extLst xmlns:a="http://schemas.openxmlformats.org/drawingml/2006/main">
              <a:ext uri="{FF2B5EF4-FFF2-40B4-BE49-F238E27FC236}">
                <a16:creationId xmlns:a16="http://schemas.microsoft.com/office/drawing/2014/main" id="{406E5B80-6A6A-434C-8BCE-8442A85CB53D}"/>
              </a:ext>
            </a:extLst>
          </p:cNvPr>
          <p:cNvSpPr>
            <a:spLocks xmlns:a="http://schemas.openxmlformats.org/drawingml/2006/main" noGrp="1"/>
          </p:cNvSpPr>
          <p:nvPr/>
        </p:nvSpPr>
        <p:spPr>
          <a:xfrm xmlns:a="http://schemas.openxmlformats.org/drawingml/2006/main">
            <a:off x="666750" y="2190750"/>
            <a:ext cx="323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例：簡潔にする</a:t>
            </a:r>
          </a:p>
        </p:txBody>
      </p:sp>
      <p:sp>
        <p:nvSpPr>
          <p:cNvPr id="5" name="ex1-b">
            <a:extLst xmlns:a="http://schemas.openxmlformats.org/drawingml/2006/main">
              <a:ext uri="{FF2B5EF4-FFF2-40B4-BE49-F238E27FC236}">
                <a16:creationId xmlns:a16="http://schemas.microsoft.com/office/drawing/2014/main" id="{9C022505-60C6-4D57-8189-998469A659A5}"/>
              </a:ext>
            </a:extLst>
          </p:cNvPr>
          <p:cNvSpPr>
            <a:spLocks xmlns:a="http://schemas.openxmlformats.org/drawingml/2006/main" noGrp="1"/>
          </p:cNvSpPr>
          <p:nvPr/>
        </p:nvSpPr>
        <p:spPr>
          <a:xfrm xmlns:a="http://schemas.openxmlformats.org/drawingml/2006/main">
            <a:off x="666750" y="2714625"/>
            <a:ext cx="4810125" cy="100012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6" name="ex1-bt">
            <a:extLst xmlns:a="http://schemas.openxmlformats.org/drawingml/2006/main">
              <a:ext uri="{FF2B5EF4-FFF2-40B4-BE49-F238E27FC236}">
                <a16:creationId xmlns:a16="http://schemas.microsoft.com/office/drawing/2014/main" id="{92601A5E-AA30-4DBC-9AFE-3656F0AEDD3F}"/>
              </a:ext>
            </a:extLst>
          </p:cNvPr>
          <p:cNvSpPr>
            <a:spLocks xmlns:a="http://schemas.openxmlformats.org/drawingml/2006/main" noGrp="1"/>
          </p:cNvSpPr>
          <p:nvPr/>
        </p:nvSpPr>
        <p:spPr>
          <a:xfrm xmlns:a="http://schemas.openxmlformats.org/drawingml/2006/main">
            <a:off x="904875"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編集前</a:t>
            </a:r>
          </a:p>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「アクセスを与える前に相手が誰かを確認する」</a:t>
            </a:r>
          </a:p>
        </p:txBody>
      </p:sp>
      <p:sp>
        <p:nvSpPr>
          <p:cNvPr id="7" name="ex1-a">
            <a:extLst xmlns:a="http://schemas.openxmlformats.org/drawingml/2006/main">
              <a:ext uri="{FF2B5EF4-FFF2-40B4-BE49-F238E27FC236}">
                <a16:creationId xmlns:a16="http://schemas.microsoft.com/office/drawing/2014/main" id="{4ADB6550-7F24-4E11-A1C1-BF92FF19C68F}"/>
              </a:ext>
            </a:extLst>
          </p:cNvPr>
          <p:cNvSpPr>
            <a:spLocks xmlns:a="http://schemas.openxmlformats.org/drawingml/2006/main" noGrp="1"/>
          </p:cNvSpPr>
          <p:nvPr/>
        </p:nvSpPr>
        <p:spPr>
          <a:xfrm xmlns:a="http://schemas.openxmlformats.org/drawingml/2006/main">
            <a:off x="6715125" y="2714625"/>
            <a:ext cx="4810125" cy="100012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8" name="ex1-at">
            <a:extLst xmlns:a="http://schemas.openxmlformats.org/drawingml/2006/main">
              <a:ext uri="{FF2B5EF4-FFF2-40B4-BE49-F238E27FC236}">
                <a16:creationId xmlns:a16="http://schemas.microsoft.com/office/drawing/2014/main" id="{BB885040-1365-4C04-850C-766E4064B739}"/>
              </a:ext>
            </a:extLst>
          </p:cNvPr>
          <p:cNvSpPr>
            <a:spLocks xmlns:a="http://schemas.openxmlformats.org/drawingml/2006/main" noGrp="1"/>
          </p:cNvSpPr>
          <p:nvPr/>
        </p:nvSpPr>
        <p:spPr>
          <a:xfrm xmlns:a="http://schemas.openxmlformats.org/drawingml/2006/main">
            <a:off x="6953250" y="2905125"/>
            <a:ext cx="43338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編集後</a:t>
            </a:r>
          </a:p>
          <a:p xmlns:a="http://schemas.openxmlformats.org/drawingml/2006/main">
            <a:pPr algn="l">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「アクセス前に相手が誰かを確認する」</a:t>
            </a:r>
          </a:p>
        </p:txBody>
      </p:sp>
      <p:sp>
        <p:nvSpPr>
          <p:cNvPr id="9" name="ex-arrow">
            <a:extLst xmlns:a="http://schemas.openxmlformats.org/drawingml/2006/main">
              <a:ext uri="{FF2B5EF4-FFF2-40B4-BE49-F238E27FC236}">
                <a16:creationId xmlns:a16="http://schemas.microsoft.com/office/drawing/2014/main" id="{FC5DDD1D-4D70-4143-9EF1-555666B35730}"/>
              </a:ext>
            </a:extLst>
          </p:cNvPr>
          <p:cNvSpPr>
            <a:spLocks xmlns:a="http://schemas.openxmlformats.org/drawingml/2006/main" noGrp="1"/>
          </p:cNvSpPr>
          <p:nvPr/>
        </p:nvSpPr>
        <p:spPr>
          <a:xfrm xmlns:a="http://schemas.openxmlformats.org/drawingml/2006/main">
            <a:off x="5667375"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ex2-h">
            <a:extLst xmlns:a="http://schemas.openxmlformats.org/drawingml/2006/main">
              <a:ext uri="{FF2B5EF4-FFF2-40B4-BE49-F238E27FC236}">
                <a16:creationId xmlns:a16="http://schemas.microsoft.com/office/drawing/2014/main" id="{AB93B4EB-2315-4D29-9ADD-1439D67832DC}"/>
              </a:ext>
            </a:extLst>
          </p:cNvPr>
          <p:cNvSpPr>
            <a:spLocks xmlns:a="http://schemas.openxmlformats.org/drawingml/2006/main" noGrp="1"/>
          </p:cNvSpPr>
          <p:nvPr/>
        </p:nvSpPr>
        <p:spPr>
          <a:xfrm xmlns:a="http://schemas.openxmlformats.org/drawingml/2006/main">
            <a:off x="666750" y="4333875"/>
            <a:ext cx="4095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好みによって編集対象が違う</a:t>
            </a:r>
          </a:p>
        </p:txBody>
      </p:sp>
      <p:sp>
        <p:nvSpPr>
          <p:cNvPr id="11" name="ex2">
            <a:extLst xmlns:a="http://schemas.openxmlformats.org/drawingml/2006/main">
              <a:ext uri="{FF2B5EF4-FFF2-40B4-BE49-F238E27FC236}">
                <a16:creationId xmlns:a16="http://schemas.microsoft.com/office/drawing/2014/main" id="{246ABB1F-E417-422D-BB1D-6B1318393DE9}"/>
              </a:ext>
            </a:extLst>
          </p:cNvPr>
          <p:cNvSpPr>
            <a:spLocks xmlns:a="http://schemas.openxmlformats.org/drawingml/2006/main" noGrp="1"/>
          </p:cNvSpPr>
          <p:nvPr/>
        </p:nvSpPr>
        <p:spPr>
          <a:xfrm xmlns:a="http://schemas.openxmlformats.org/drawingml/2006/main">
            <a:off x="666750" y="4905375"/>
            <a:ext cx="10858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定義重視 22.9%　／　具体例重視 12.6%　／　結論先行 4.7%　／　簡潔さ重視 25.5%</a:t>
            </a:r>
          </a:p>
        </p:txBody>
      </p:sp>
      <p:sp>
        <p:nvSpPr>
          <p:cNvPr id="12" name="ex-foot">
            <a:extLst xmlns:a="http://schemas.openxmlformats.org/drawingml/2006/main">
              <a:ext uri="{FF2B5EF4-FFF2-40B4-BE49-F238E27FC236}">
                <a16:creationId xmlns:a16="http://schemas.microsoft.com/office/drawing/2014/main" id="{86BDFFC2-A9AB-4C4A-9DED-E5A44D45C86D}"/>
              </a:ext>
            </a:extLst>
          </p:cNvPr>
          <p:cNvSpPr>
            <a:spLocks xmlns:a="http://schemas.openxmlformats.org/drawingml/2006/main" noGrp="1"/>
          </p:cNvSpPr>
          <p:nvPr/>
        </p:nvSpPr>
        <p:spPr>
          <a:xfrm xmlns:a="http://schemas.openxmlformats.org/drawingml/2006/main">
            <a:off x="1428750" y="5762625"/>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61666E"/>
                </a:solidFill>
                <a:latin typeface="Helvetica Neue"/>
                <a:ea typeface="Helvetica Neue"/>
                <a:cs typeface="Helvetica Neue"/>
              </a:defRPr>
            </a:pPr>
            <a:r>
              <a:rPr sz="1575" b="0">
                <a:solidFill>
                  <a:srgbClr val="61666E"/>
                </a:solidFill>
                <a:latin typeface="Helvetica Neue"/>
                <a:ea typeface="Helvetica Neue"/>
                <a:cs typeface="Helvetica Neue"/>
              </a:rPr>
              <a:t>固定件数の編集ではないため、台本がすでに好みに合えば0文になる</a:t>
            </a:r>
          </a:p>
        </p:txBody>
      </p:sp>
    </p:spTree>
    <p:extLst>
      <p:ext uri="{BB962C8B-B14F-4D97-AF65-F5344CB8AC3E}">
        <p14:creationId xmlns:p14="http://schemas.microsoft.com/office/powerpoint/2010/main" val="197629793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title-5">
            <a:extLst xmlns:a="http://schemas.openxmlformats.org/drawingml/2006/main">
              <a:ext uri="{FF2B5EF4-FFF2-40B4-BE49-F238E27FC236}">
                <a16:creationId xmlns:a16="http://schemas.microsoft.com/office/drawing/2014/main" id="{EB8991AD-5C9F-41B4-BAE1-3D8832BEC919}"/>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主指標は、完成形までの「台本修正量」</a:t>
            </a:r>
          </a:p>
        </p:txBody>
      </p:sp>
      <p:sp>
        <p:nvSpPr>
          <p:cNvPr id="2" name="page-5">
            <a:extLst xmlns:a="http://schemas.openxmlformats.org/drawingml/2006/main">
              <a:ext uri="{FF2B5EF4-FFF2-40B4-BE49-F238E27FC236}">
                <a16:creationId xmlns:a16="http://schemas.microsoft.com/office/drawing/2014/main" id="{339F7342-E929-4AF6-B367-6A46E64E921D}"/>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5</a:t>
            </a:r>
          </a:p>
        </p:txBody>
      </p:sp>
      <p:sp>
        <p:nvSpPr>
          <p:cNvPr id="3" name="metric-name">
            <a:extLst xmlns:a="http://schemas.openxmlformats.org/drawingml/2006/main">
              <a:ext uri="{FF2B5EF4-FFF2-40B4-BE49-F238E27FC236}">
                <a16:creationId xmlns:a16="http://schemas.microsoft.com/office/drawing/2014/main" id="{79542970-4E48-455C-8F0A-5C28349330E0}"/>
              </a:ext>
            </a:extLst>
          </p:cNvPr>
          <p:cNvSpPr>
            <a:spLocks xmlns:a="http://schemas.openxmlformats.org/drawingml/2006/main" noGrp="1"/>
          </p:cNvSpPr>
          <p:nvPr/>
        </p:nvSpPr>
        <p:spPr>
          <a:xfrm xmlns:a="http://schemas.openxmlformats.org/drawingml/2006/main">
            <a:off x="666750" y="1143000"/>
            <a:ext cx="6572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台本修正量 ＝ 文平均正規化編集距離</a:t>
            </a:r>
          </a:p>
        </p:txBody>
      </p:sp>
      <p:sp>
        <p:nvSpPr>
          <p:cNvPr id="4" name="metric-definition">
            <a:extLst xmlns:a="http://schemas.openxmlformats.org/drawingml/2006/main">
              <a:ext uri="{FF2B5EF4-FFF2-40B4-BE49-F238E27FC236}">
                <a16:creationId xmlns:a16="http://schemas.microsoft.com/office/drawing/2014/main" id="{0AF43D12-A1BE-43AB-8EB2-2337EE4B13FB}"/>
              </a:ext>
            </a:extLst>
          </p:cNvPr>
          <p:cNvSpPr>
            <a:spLocks xmlns:a="http://schemas.openxmlformats.org/drawingml/2006/main" noGrp="1"/>
          </p:cNvSpPr>
          <p:nvPr/>
        </p:nvSpPr>
        <p:spPr>
          <a:xfrm xmlns:a="http://schemas.openxmlformats.org/drawingml/2006/main">
            <a:off x="666750" y="1666875"/>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追加・削除・置換したトークン数を、各文の長さで正規化し、</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編集しなかった文を0として台本全29文で平均する</a:t>
            </a:r>
          </a:p>
        </p:txBody>
      </p:sp>
      <p:sp>
        <p:nvSpPr>
          <p:cNvPr id="5" name="actual-label">
            <a:extLst xmlns:a="http://schemas.openxmlformats.org/drawingml/2006/main">
              <a:ext uri="{FF2B5EF4-FFF2-40B4-BE49-F238E27FC236}">
                <a16:creationId xmlns:a16="http://schemas.microsoft.com/office/drawing/2014/main" id="{21DC2831-A963-441C-8A10-3CE2426ABA40}"/>
              </a:ext>
            </a:extLst>
          </p:cNvPr>
          <p:cNvSpPr>
            <a:spLocks xmlns:a="http://schemas.openxmlformats.org/drawingml/2006/main" noGrp="1"/>
          </p:cNvSpPr>
          <p:nvPr/>
        </p:nvSpPr>
        <p:spPr>
          <a:xfrm xmlns:a="http://schemas.openxmlformats.org/drawingml/2006/main">
            <a:off x="666750" y="2714625"/>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実測例：結論先行・3回目（実利用側）</a:t>
            </a:r>
          </a:p>
        </p:txBody>
      </p:sp>
      <p:sp>
        <p:nvSpPr>
          <p:cNvPr id="6" name="actual-before">
            <a:extLst xmlns:a="http://schemas.openxmlformats.org/drawingml/2006/main">
              <a:ext uri="{FF2B5EF4-FFF2-40B4-BE49-F238E27FC236}">
                <a16:creationId xmlns:a16="http://schemas.microsoft.com/office/drawing/2014/main" id="{E97F6218-EF01-4FF7-801B-AFB9498EB921}"/>
              </a:ext>
            </a:extLst>
          </p:cNvPr>
          <p:cNvSpPr>
            <a:spLocks xmlns:a="http://schemas.openxmlformats.org/drawingml/2006/main" noGrp="1"/>
          </p:cNvSpPr>
          <p:nvPr/>
        </p:nvSpPr>
        <p:spPr>
          <a:xfrm xmlns:a="http://schemas.openxmlformats.org/drawingml/2006/main">
            <a:off x="666750" y="3238500"/>
            <a:ext cx="4953000" cy="8382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7" name="actual-before-t">
            <a:extLst xmlns:a="http://schemas.openxmlformats.org/drawingml/2006/main">
              <a:ext uri="{FF2B5EF4-FFF2-40B4-BE49-F238E27FC236}">
                <a16:creationId xmlns:a16="http://schemas.microsoft.com/office/drawing/2014/main" id="{1D8FA200-0486-4CDA-9A2C-61D22BAAD928}"/>
              </a:ext>
            </a:extLst>
          </p:cNvPr>
          <p:cNvSpPr>
            <a:spLocks xmlns:a="http://schemas.openxmlformats.org/drawingml/2006/main" noGrp="1"/>
          </p:cNvSpPr>
          <p:nvPr/>
        </p:nvSpPr>
        <p:spPr>
          <a:xfrm xmlns:a="http://schemas.openxmlformats.org/drawingml/2006/main">
            <a:off x="904875" y="3476625"/>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生成文　理由 → 評価方法</a:t>
            </a:r>
          </a:p>
        </p:txBody>
      </p:sp>
      <p:sp>
        <p:nvSpPr>
          <p:cNvPr id="8" name="actual-after">
            <a:extLst xmlns:a="http://schemas.openxmlformats.org/drawingml/2006/main">
              <a:ext uri="{FF2B5EF4-FFF2-40B4-BE49-F238E27FC236}">
                <a16:creationId xmlns:a16="http://schemas.microsoft.com/office/drawing/2014/main" id="{B1798453-08EF-4C49-8699-45ECF5BA2D66}"/>
              </a:ext>
            </a:extLst>
          </p:cNvPr>
          <p:cNvSpPr>
            <a:spLocks xmlns:a="http://schemas.openxmlformats.org/drawingml/2006/main" noGrp="1"/>
          </p:cNvSpPr>
          <p:nvPr/>
        </p:nvSpPr>
        <p:spPr>
          <a:xfrm xmlns:a="http://schemas.openxmlformats.org/drawingml/2006/main">
            <a:off x="666750" y="4333875"/>
            <a:ext cx="4953000" cy="8382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9" name="actual-after-t">
            <a:extLst xmlns:a="http://schemas.openxmlformats.org/drawingml/2006/main">
              <a:ext uri="{FF2B5EF4-FFF2-40B4-BE49-F238E27FC236}">
                <a16:creationId xmlns:a16="http://schemas.microsoft.com/office/drawing/2014/main" id="{C9B990F0-BC36-4F69-A17B-0671AD7C840C}"/>
              </a:ext>
            </a:extLst>
          </p:cNvPr>
          <p:cNvSpPr>
            <a:spLocks xmlns:a="http://schemas.openxmlformats.org/drawingml/2006/main" noGrp="1"/>
          </p:cNvSpPr>
          <p:nvPr/>
        </p:nvSpPr>
        <p:spPr>
          <a:xfrm xmlns:a="http://schemas.openxmlformats.org/drawingml/2006/main">
            <a:off x="904875" y="4572000"/>
            <a:ext cx="4476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完成文　評価方法 → 理由</a:t>
            </a:r>
          </a:p>
        </p:txBody>
      </p:sp>
      <p:sp>
        <p:nvSpPr>
          <p:cNvPr id="10" name="distance-label">
            <a:extLst xmlns:a="http://schemas.openxmlformats.org/drawingml/2006/main">
              <a:ext uri="{FF2B5EF4-FFF2-40B4-BE49-F238E27FC236}">
                <a16:creationId xmlns:a16="http://schemas.microsoft.com/office/drawing/2014/main" id="{F08C5439-4E0E-40B4-BBDD-186618CA4EE1}"/>
              </a:ext>
            </a:extLst>
          </p:cNvPr>
          <p:cNvSpPr>
            <a:spLocks xmlns:a="http://schemas.openxmlformats.org/drawingml/2006/main" noGrp="1"/>
          </p:cNvSpPr>
          <p:nvPr/>
        </p:nvSpPr>
        <p:spPr>
          <a:xfrm xmlns:a="http://schemas.openxmlformats.org/drawingml/2006/main">
            <a:off x="6429375" y="3000375"/>
            <a:ext cx="4476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この1文の正規化編集距離</a:t>
            </a:r>
          </a:p>
        </p:txBody>
      </p:sp>
      <p:sp>
        <p:nvSpPr>
          <p:cNvPr id="11" name="distance">
            <a:extLst xmlns:a="http://schemas.openxmlformats.org/drawingml/2006/main">
              <a:ext uri="{FF2B5EF4-FFF2-40B4-BE49-F238E27FC236}">
                <a16:creationId xmlns:a16="http://schemas.microsoft.com/office/drawing/2014/main" id="{EEEB2232-6E7E-4676-8EAB-CDDBAADA09A6}"/>
              </a:ext>
            </a:extLst>
          </p:cNvPr>
          <p:cNvSpPr>
            <a:spLocks xmlns:a="http://schemas.openxmlformats.org/drawingml/2006/main" noGrp="1"/>
          </p:cNvSpPr>
          <p:nvPr/>
        </p:nvSpPr>
        <p:spPr>
          <a:xfrm xmlns:a="http://schemas.openxmlformats.org/drawingml/2006/main">
            <a:off x="6429375" y="3333750"/>
            <a:ext cx="44767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700" b="1">
                <a:solidFill>
                  <a:srgbClr val="111111"/>
                </a:solidFill>
                <a:latin typeface="Helvetica Neue"/>
                <a:ea typeface="Helvetica Neue"/>
                <a:cs typeface="Helvetica Neue"/>
              </a:defRPr>
            </a:pPr>
            <a:r>
              <a:rPr sz="2700" b="1">
                <a:solidFill>
                  <a:srgbClr val="111111"/>
                </a:solidFill>
                <a:latin typeface="Helvetica Neue"/>
                <a:ea typeface="Helvetica Neue"/>
                <a:cs typeface="Helvetica Neue"/>
              </a:rPr>
              <a:t>0.3922</a:t>
            </a:r>
          </a:p>
        </p:txBody>
      </p:sp>
      <p:sp>
        <p:nvSpPr>
          <p:cNvPr id="12" name="formula">
            <a:extLst xmlns:a="http://schemas.openxmlformats.org/drawingml/2006/main">
              <a:ext uri="{FF2B5EF4-FFF2-40B4-BE49-F238E27FC236}">
                <a16:creationId xmlns:a16="http://schemas.microsoft.com/office/drawing/2014/main" id="{5712A18B-C336-4D34-A6CE-CE8E8AB99AB2}"/>
              </a:ext>
            </a:extLst>
          </p:cNvPr>
          <p:cNvSpPr>
            <a:spLocks xmlns:a="http://schemas.openxmlformats.org/drawingml/2006/main" noGrp="1"/>
          </p:cNvSpPr>
          <p:nvPr/>
        </p:nvSpPr>
        <p:spPr>
          <a:xfrm xmlns:a="http://schemas.openxmlformats.org/drawingml/2006/main">
            <a:off x="6429375" y="4048125"/>
            <a:ext cx="4476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0">
                <a:solidFill>
                  <a:srgbClr val="111111"/>
                </a:solidFill>
                <a:latin typeface="Helvetica Neue"/>
                <a:ea typeface="Helvetica Neue"/>
                <a:cs typeface="Helvetica Neue"/>
              </a:defRPr>
            </a:pPr>
            <a:r>
              <a:rPr sz="1650" b="0">
                <a:solidFill>
                  <a:srgbClr val="111111"/>
                </a:solidFill>
                <a:latin typeface="Helvetica Neue"/>
                <a:ea typeface="Helvetica Neue"/>
                <a:cs typeface="Helvetica Neue"/>
              </a:rPr>
              <a:t>( 0.3922 ＋ 残り28文×0 ) ÷ 29文</a:t>
            </a:r>
          </a:p>
        </p:txBody>
      </p:sp>
      <p:sp>
        <p:nvSpPr>
          <p:cNvPr id="13" name="result-box">
            <a:extLst xmlns:a="http://schemas.openxmlformats.org/drawingml/2006/main">
              <a:ext uri="{FF2B5EF4-FFF2-40B4-BE49-F238E27FC236}">
                <a16:creationId xmlns:a16="http://schemas.microsoft.com/office/drawing/2014/main" id="{DC32F1CE-0896-4CC7-A14C-BA62EA4ED8D6}"/>
              </a:ext>
            </a:extLst>
          </p:cNvPr>
          <p:cNvSpPr>
            <a:spLocks xmlns:a="http://schemas.openxmlformats.org/drawingml/2006/main" noGrp="1"/>
          </p:cNvSpPr>
          <p:nvPr/>
        </p:nvSpPr>
        <p:spPr>
          <a:xfrm xmlns:a="http://schemas.openxmlformats.org/drawingml/2006/main">
            <a:off x="7000875" y="4572000"/>
            <a:ext cx="3333750" cy="78105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result">
            <a:extLst xmlns:a="http://schemas.openxmlformats.org/drawingml/2006/main">
              <a:ext uri="{FF2B5EF4-FFF2-40B4-BE49-F238E27FC236}">
                <a16:creationId xmlns:a16="http://schemas.microsoft.com/office/drawing/2014/main" id="{63EB93C7-9E9B-4CBD-A627-9FAE1DB98AE1}"/>
              </a:ext>
            </a:extLst>
          </p:cNvPr>
          <p:cNvSpPr>
            <a:spLocks xmlns:a="http://schemas.openxmlformats.org/drawingml/2006/main" noGrp="1"/>
          </p:cNvSpPr>
          <p:nvPr/>
        </p:nvSpPr>
        <p:spPr>
          <a:xfrm xmlns:a="http://schemas.openxmlformats.org/drawingml/2006/main">
            <a:off x="7191375" y="48101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台本修正量 ＝ 0.0135</a:t>
            </a:r>
          </a:p>
        </p:txBody>
      </p:sp>
      <p:sp>
        <p:nvSpPr>
          <p:cNvPr id="15" name="secondary">
            <a:extLst xmlns:a="http://schemas.openxmlformats.org/drawingml/2006/main">
              <a:ext uri="{FF2B5EF4-FFF2-40B4-BE49-F238E27FC236}">
                <a16:creationId xmlns:a16="http://schemas.microsoft.com/office/drawing/2014/main" id="{61D7B03A-6096-4AC3-ADD1-6FA9E4AEA6E4}"/>
              </a:ext>
            </a:extLst>
          </p:cNvPr>
          <p:cNvSpPr>
            <a:spLocks xmlns:a="http://schemas.openxmlformats.org/drawingml/2006/main" noGrp="1"/>
          </p:cNvSpPr>
          <p:nvPr/>
        </p:nvSpPr>
        <p:spPr>
          <a:xfrm xmlns:a="http://schemas.openxmlformats.org/drawingml/2006/main">
            <a:off x="1381125" y="5667375"/>
            <a:ext cx="942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併記する補助指標：編集文率 ＝ 1文 ÷ 29文 ＝ 3.45%</a:t>
            </a:r>
          </a:p>
        </p:txBody>
      </p:sp>
      <p:sp>
        <p:nvSpPr>
          <p:cNvPr id="16" name="limit">
            <a:extLst xmlns:a="http://schemas.openxmlformats.org/drawingml/2006/main">
              <a:ext uri="{FF2B5EF4-FFF2-40B4-BE49-F238E27FC236}">
                <a16:creationId xmlns:a16="http://schemas.microsoft.com/office/drawing/2014/main" id="{4F1BA864-3EA6-4B8B-8900-16D35CB1549F}"/>
              </a:ext>
            </a:extLst>
          </p:cNvPr>
          <p:cNvSpPr>
            <a:spLocks xmlns:a="http://schemas.openxmlformats.org/drawingml/2006/main" noGrp="1"/>
          </p:cNvSpPr>
          <p:nvPr/>
        </p:nvSpPr>
        <p:spPr>
          <a:xfrm xmlns:a="http://schemas.openxmlformats.org/drawingml/2006/main">
            <a:off x="1714500" y="6143625"/>
            <a:ext cx="876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D66A5E"/>
                </a:solidFill>
                <a:latin typeface="Helvetica Neue"/>
                <a:ea typeface="Helvetica Neue"/>
                <a:cs typeface="Helvetica Neue"/>
              </a:defRPr>
            </a:pPr>
            <a:r>
              <a:rPr sz="1425" b="0">
                <a:solidFill>
                  <a:srgbClr val="D66A5E"/>
                </a:solidFill>
                <a:latin typeface="Helvetica Neue"/>
                <a:ea typeface="Helvetica Neue"/>
                <a:cs typeface="Helvetica Neue"/>
              </a:rPr>
              <a:t>この値は修正の量であり、編集時間・難しさ・心理的負担は測っていない</a:t>
            </a:r>
          </a:p>
        </p:txBody>
      </p:sp>
    </p:spTree>
    <p:extLst>
      <p:ext uri="{BB962C8B-B14F-4D97-AF65-F5344CB8AC3E}">
        <p14:creationId xmlns:p14="http://schemas.microsoft.com/office/powerpoint/2010/main" val="149254589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itle-6">
            <a:extLst xmlns:a="http://schemas.openxmlformats.org/drawingml/2006/main">
              <a:ext uri="{FF2B5EF4-FFF2-40B4-BE49-F238E27FC236}">
                <a16:creationId xmlns:a16="http://schemas.microsoft.com/office/drawing/2014/main" id="{713FDC21-DEAE-4564-86DB-38FF13AC6B53}"/>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2回目：4種類すべてで台本修正量が減った</a:t>
            </a:r>
          </a:p>
        </p:txBody>
      </p:sp>
      <p:sp>
        <p:nvSpPr>
          <p:cNvPr id="2" name="page-6">
            <a:extLst xmlns:a="http://schemas.openxmlformats.org/drawingml/2006/main">
              <a:ext uri="{FF2B5EF4-FFF2-40B4-BE49-F238E27FC236}">
                <a16:creationId xmlns:a16="http://schemas.microsoft.com/office/drawing/2014/main" id="{76B57858-63AE-4BB2-A7F4-77943EF6A890}"/>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6</a:t>
            </a:r>
          </a:p>
        </p:txBody>
      </p:sp>
      <p:graphicFrame>
        <p:nvGraphicFramePr>
          <p:cNvPr id="14"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633cd6a1b6b94775"/>
          </a:graphicData>
        </a:graphic>
      </p:graphicFrame>
      <p:sp>
        <p:nvSpPr>
          <p:cNvPr id="4" name="r2-leg-c">
            <a:extLst xmlns:a="http://schemas.openxmlformats.org/drawingml/2006/main">
              <a:ext uri="{FF2B5EF4-FFF2-40B4-BE49-F238E27FC236}">
                <a16:creationId xmlns:a16="http://schemas.microsoft.com/office/drawing/2014/main" id="{6AC5DD91-A249-4FAF-8815-46F73A428862}"/>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2-leg-ct">
            <a:extLst xmlns:a="http://schemas.openxmlformats.org/drawingml/2006/main">
              <a:ext uri="{FF2B5EF4-FFF2-40B4-BE49-F238E27FC236}">
                <a16:creationId xmlns:a16="http://schemas.microsoft.com/office/drawing/2014/main" id="{77B39BAF-9ED2-4E6E-859F-233B83760E9F}"/>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2-leg-t">
            <a:extLst xmlns:a="http://schemas.openxmlformats.org/drawingml/2006/main">
              <a:ext uri="{FF2B5EF4-FFF2-40B4-BE49-F238E27FC236}">
                <a16:creationId xmlns:a16="http://schemas.microsoft.com/office/drawing/2014/main" id="{B9794C37-81EF-4CA9-BF65-3FDB685F8AD9}"/>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2-leg-tt">
            <a:extLst xmlns:a="http://schemas.openxmlformats.org/drawingml/2006/main">
              <a:ext uri="{FF2B5EF4-FFF2-40B4-BE49-F238E27FC236}">
                <a16:creationId xmlns:a16="http://schemas.microsoft.com/office/drawing/2014/main" id="{6DC110F7-D5F7-4321-8D70-35E66DC402C9}"/>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実利用側：履歴1回分</a:t>
            </a:r>
          </a:p>
        </p:txBody>
      </p:sp>
      <p:sp>
        <p:nvSpPr>
          <p:cNvPr id="8" name="chart-unit">
            <a:extLst xmlns:a="http://schemas.openxmlformats.org/drawingml/2006/main">
              <a:ext uri="{FF2B5EF4-FFF2-40B4-BE49-F238E27FC236}">
                <a16:creationId xmlns:a16="http://schemas.microsoft.com/office/drawing/2014/main" id="{4773075C-B3CD-49F2-A107-E3E704902BA8}"/>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台本修正量（文平均正規化編集距離）</a:t>
            </a:r>
          </a:p>
        </p:txBody>
      </p:sp>
      <p:sp>
        <p:nvSpPr>
          <p:cNvPr id="9" name="r2-head">
            <a:extLst xmlns:a="http://schemas.openxmlformats.org/drawingml/2006/main">
              <a:ext uri="{FF2B5EF4-FFF2-40B4-BE49-F238E27FC236}">
                <a16:creationId xmlns:a16="http://schemas.microsoft.com/office/drawing/2014/main" id="{D3AF88BB-B12A-4744-9F9B-004E080C8BD1}"/>
              </a:ext>
            </a:extLst>
          </p:cNvPr>
          <p:cNvSpPr>
            <a:spLocks xmlns:a="http://schemas.openxmlformats.org/drawingml/2006/main" noGrp="1"/>
          </p:cNvSpPr>
          <p:nvPr/>
        </p:nvSpPr>
        <p:spPr>
          <a:xfrm xmlns:a="http://schemas.openxmlformats.org/drawingml/2006/main">
            <a:off x="9048750" y="1666875"/>
            <a:ext cx="261937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111111"/>
                </a:solidFill>
                <a:latin typeface="Helvetica Neue"/>
                <a:ea typeface="Helvetica Neue"/>
                <a:cs typeface="Helvetica Neue"/>
              </a:defRPr>
            </a:pPr>
            <a:r>
              <a:rPr sz="1800" b="1">
                <a:solidFill>
                  <a:srgbClr val="111111"/>
                </a:solidFill>
                <a:latin typeface="Helvetica Neue"/>
                <a:ea typeface="Helvetica Neue"/>
                <a:cs typeface="Helvetica Neue"/>
              </a:rPr>
              <a:t>実利用側の相対変化</a:t>
            </a:r>
          </a:p>
        </p:txBody>
      </p:sp>
      <p:sp>
        <p:nvSpPr>
          <p:cNvPr id="10" name="r2-values">
            <a:extLst xmlns:a="http://schemas.openxmlformats.org/drawingml/2006/main">
              <a:ext uri="{FF2B5EF4-FFF2-40B4-BE49-F238E27FC236}">
                <a16:creationId xmlns:a16="http://schemas.microsoft.com/office/drawing/2014/main" id="{033334E0-58FC-4F3B-A8AF-352A96F76679}"/>
              </a:ext>
            </a:extLst>
          </p:cNvPr>
          <p:cNvSpPr>
            <a:spLocks xmlns:a="http://schemas.openxmlformats.org/drawingml/2006/main" noGrp="1"/>
          </p:cNvSpPr>
          <p:nvPr/>
        </p:nvSpPr>
        <p:spPr>
          <a:xfrm xmlns:a="http://schemas.openxmlformats.org/drawingml/2006/main">
            <a:off x="9048750" y="2286000"/>
            <a:ext cx="2619375"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55.2%減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22.8%減</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編集不要</a:t>
            </a:r>
          </a:p>
          <a:p xmlns:a="http://schemas.openxmlformats.org/drawingml/2006/main">
            <a:r>
              <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48.2%減</a:t>
            </a:r>
          </a:p>
        </p:txBody>
      </p:sp>
      <p:sp>
        <p:nvSpPr>
          <p:cNvPr id="11" name="r2-foot">
            <a:extLst xmlns:a="http://schemas.openxmlformats.org/drawingml/2006/main">
              <a:ext uri="{FF2B5EF4-FFF2-40B4-BE49-F238E27FC236}">
                <a16:creationId xmlns:a16="http://schemas.microsoft.com/office/drawing/2014/main" id="{0B3B45C4-0A01-4A4C-AF97-46675940A5FC}"/>
              </a:ext>
            </a:extLst>
          </p:cNvPr>
          <p:cNvSpPr>
            <a:spLocks xmlns:a="http://schemas.openxmlformats.org/drawingml/2006/main" noGrp="1"/>
          </p:cNvSpPr>
          <p:nvPr/>
        </p:nvSpPr>
        <p:spPr>
          <a:xfrm xmlns:a="http://schemas.openxmlformats.org/drawingml/2006/main">
            <a:off x="8905875" y="5095875"/>
            <a:ext cx="2762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2回目だけを見ると、すべての好みで改善</a:t>
            </a:r>
          </a:p>
        </p:txBody>
      </p:sp>
    </p:spTree>
    <p:extLst>
      <p:ext uri="{BB962C8B-B14F-4D97-AF65-F5344CB8AC3E}">
        <p14:creationId xmlns:p14="http://schemas.microsoft.com/office/powerpoint/2010/main" val="88618603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itle-7">
            <a:extLst xmlns:a="http://schemas.openxmlformats.org/drawingml/2006/main">
              <a:ext uri="{FF2B5EF4-FFF2-40B4-BE49-F238E27FC236}">
                <a16:creationId xmlns:a16="http://schemas.microsoft.com/office/drawing/2014/main" id="{CA5F756B-6CEB-4C02-A2A2-FF1DC703776D}"/>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3回目：定義・簡潔は改善、具体例・結論は悪化</a:t>
            </a:r>
          </a:p>
        </p:txBody>
      </p:sp>
      <p:sp>
        <p:nvSpPr>
          <p:cNvPr id="2" name="page-7">
            <a:extLst xmlns:a="http://schemas.openxmlformats.org/drawingml/2006/main">
              <a:ext uri="{FF2B5EF4-FFF2-40B4-BE49-F238E27FC236}">
                <a16:creationId xmlns:a16="http://schemas.microsoft.com/office/drawing/2014/main" id="{453D7C7E-59AE-47E2-B3D5-64137551FF91}"/>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7</a:t>
            </a:r>
          </a:p>
        </p:txBody>
      </p:sp>
      <p:graphicFrame>
        <p:nvGraphicFramePr>
          <p:cNvPr id="16" name="Chart"/>
          <p:cNvGraphicFramePr/>
          <p:nvPr/>
        </p:nvGraphicFramePr>
        <p:xfrm>
          <a:off xmlns:a="http://schemas.openxmlformats.org/drawingml/2006/main" x="571500" y="1381125"/>
          <a:ext xmlns:a="http://schemas.openxmlformats.org/drawingml/2006/main" cx="8096250" cy="4333875"/>
        </p:xfrm>
        <a:graphic xmlns:a="http://schemas.openxmlformats.org/drawingml/2006/main">
          <a:graphicData uri="http://schemas.openxmlformats.org/drawingml/2006/chart">
            <c:chart xmlns:r="http://schemas.openxmlformats.org/officeDocument/2006/relationships" xmlns:c="http://schemas.openxmlformats.org/drawingml/2006/chart" r:id="R54e34f28b3374d5d"/>
          </a:graphicData>
        </a:graphic>
      </p:graphicFrame>
      <p:sp>
        <p:nvSpPr>
          <p:cNvPr id="4" name="r3-leg-c">
            <a:extLst xmlns:a="http://schemas.openxmlformats.org/drawingml/2006/main">
              <a:ext uri="{FF2B5EF4-FFF2-40B4-BE49-F238E27FC236}">
                <a16:creationId xmlns:a16="http://schemas.microsoft.com/office/drawing/2014/main" id="{A2BF5007-38BB-418F-A51D-F0C713EBD904}"/>
              </a:ext>
            </a:extLst>
          </p:cNvPr>
          <p:cNvSpPr>
            <a:spLocks xmlns:a="http://schemas.openxmlformats.org/drawingml/2006/main" noGrp="1"/>
          </p:cNvSpPr>
          <p:nvPr/>
        </p:nvSpPr>
        <p:spPr>
          <a:xfrm xmlns:a="http://schemas.openxmlformats.org/drawingml/2006/main">
            <a:off x="2238375" y="5905500"/>
            <a:ext cx="171450" cy="17145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5" name="r3-leg-ct">
            <a:extLst xmlns:a="http://schemas.openxmlformats.org/drawingml/2006/main">
              <a:ext uri="{FF2B5EF4-FFF2-40B4-BE49-F238E27FC236}">
                <a16:creationId xmlns:a16="http://schemas.microsoft.com/office/drawing/2014/main" id="{3FB65709-B233-44EA-BF45-7BF2648A5CFF}"/>
              </a:ext>
            </a:extLst>
          </p:cNvPr>
          <p:cNvSpPr>
            <a:spLocks xmlns:a="http://schemas.openxmlformats.org/drawingml/2006/main" noGrp="1"/>
          </p:cNvSpPr>
          <p:nvPr/>
        </p:nvSpPr>
        <p:spPr>
          <a:xfrm xmlns:a="http://schemas.openxmlformats.org/drawingml/2006/main">
            <a:off x="2505075" y="5876925"/>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0">
                <a:solidFill>
                  <a:srgbClr val="111111"/>
                </a:solidFill>
                <a:latin typeface="Helvetica Neue"/>
                <a:ea typeface="Helvetica Neue"/>
                <a:cs typeface="Helvetica Neue"/>
              </a:defRPr>
            </a:pPr>
            <a:r>
              <a:rPr sz="1350" b="0">
                <a:solidFill>
                  <a:srgbClr val="111111"/>
                </a:solidFill>
                <a:latin typeface="Helvetica Neue"/>
                <a:ea typeface="Helvetica Neue"/>
                <a:cs typeface="Helvetica Neue"/>
              </a:rPr>
              <a:t>比較用：履歴なし</a:t>
            </a:r>
          </a:p>
        </p:txBody>
      </p:sp>
      <p:sp>
        <p:nvSpPr>
          <p:cNvPr id="6" name="r3-leg-t">
            <a:extLst xmlns:a="http://schemas.openxmlformats.org/drawingml/2006/main">
              <a:ext uri="{FF2B5EF4-FFF2-40B4-BE49-F238E27FC236}">
                <a16:creationId xmlns:a16="http://schemas.microsoft.com/office/drawing/2014/main" id="{F7DF812B-285A-411D-8CB2-424704235F80}"/>
              </a:ext>
            </a:extLst>
          </p:cNvPr>
          <p:cNvSpPr>
            <a:spLocks xmlns:a="http://schemas.openxmlformats.org/drawingml/2006/main" noGrp="1"/>
          </p:cNvSpPr>
          <p:nvPr/>
        </p:nvSpPr>
        <p:spPr>
          <a:xfrm xmlns:a="http://schemas.openxmlformats.org/drawingml/2006/main">
            <a:off x="4476750" y="5905500"/>
            <a:ext cx="171450" cy="171450"/>
          </a:xfrm>
          <a:prstGeom xmlns:a="http://schemas.openxmlformats.org/drawingml/2006/main" prst="rect">
            <a:avLst/>
          </a:prstGeom>
          <a:solidFill xmlns:a="http://schemas.openxmlformats.org/drawingml/2006/main">
            <a:srgbClr val="3D8DFF"/>
          </a:solidFill>
          <a:ln xmlns:a="http://schemas.openxmlformats.org/drawingml/2006/main" w="0">
            <a:noFill/>
            <a:prstDash val="solid"/>
          </a:ln>
        </p:spPr>
      </p:sp>
      <p:sp>
        <p:nvSpPr>
          <p:cNvPr id="7" name="r3-leg-tt">
            <a:extLst xmlns:a="http://schemas.openxmlformats.org/drawingml/2006/main">
              <a:ext uri="{FF2B5EF4-FFF2-40B4-BE49-F238E27FC236}">
                <a16:creationId xmlns:a16="http://schemas.microsoft.com/office/drawing/2014/main" id="{D6D16698-6417-4280-A350-CF579DE87ADE}"/>
              </a:ext>
            </a:extLst>
          </p:cNvPr>
          <p:cNvSpPr>
            <a:spLocks xmlns:a="http://schemas.openxmlformats.org/drawingml/2006/main" noGrp="1"/>
          </p:cNvSpPr>
          <p:nvPr/>
        </p:nvSpPr>
        <p:spPr>
          <a:xfrm xmlns:a="http://schemas.openxmlformats.org/drawingml/2006/main">
            <a:off x="4743450" y="5876925"/>
            <a:ext cx="2238375"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350" b="1">
                <a:solidFill>
                  <a:srgbClr val="111111"/>
                </a:solidFill>
                <a:latin typeface="Helvetica Neue"/>
                <a:ea typeface="Helvetica Neue"/>
                <a:cs typeface="Helvetica Neue"/>
              </a:defRPr>
            </a:pPr>
            <a:r>
              <a:rPr sz="1350" b="1">
                <a:solidFill>
                  <a:srgbClr val="111111"/>
                </a:solidFill>
                <a:latin typeface="Helvetica Neue"/>
                <a:ea typeface="Helvetica Neue"/>
                <a:cs typeface="Helvetica Neue"/>
              </a:rPr>
              <a:t>実利用側：履歴2回分</a:t>
            </a:r>
          </a:p>
        </p:txBody>
      </p:sp>
      <p:sp>
        <p:nvSpPr>
          <p:cNvPr id="8" name="chart-unit-3">
            <a:extLst xmlns:a="http://schemas.openxmlformats.org/drawingml/2006/main">
              <a:ext uri="{FF2B5EF4-FFF2-40B4-BE49-F238E27FC236}">
                <a16:creationId xmlns:a16="http://schemas.microsoft.com/office/drawing/2014/main" id="{B16F0DC5-D31F-41C0-BC7D-FBFAD4845908}"/>
              </a:ext>
            </a:extLst>
          </p:cNvPr>
          <p:cNvSpPr>
            <a:spLocks xmlns:a="http://schemas.openxmlformats.org/drawingml/2006/main" noGrp="1"/>
          </p:cNvSpPr>
          <p:nvPr/>
        </p:nvSpPr>
        <p:spPr>
          <a:xfrm xmlns:a="http://schemas.openxmlformats.org/drawingml/2006/main">
            <a:off x="714375" y="1066800"/>
            <a:ext cx="7810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425" b="0">
                <a:solidFill>
                  <a:srgbClr val="61666E"/>
                </a:solidFill>
                <a:latin typeface="Helvetica Neue"/>
                <a:ea typeface="Helvetica Neue"/>
                <a:cs typeface="Helvetica Neue"/>
              </a:defRPr>
            </a:pPr>
            <a:r>
              <a:rPr sz="1425" b="0">
                <a:solidFill>
                  <a:srgbClr val="61666E"/>
                </a:solidFill>
                <a:latin typeface="Helvetica Neue"/>
                <a:ea typeface="Helvetica Neue"/>
                <a:cs typeface="Helvetica Neue"/>
              </a:rPr>
              <a:t>台本修正量（文平均正規化編集距離）</a:t>
            </a:r>
          </a:p>
        </p:txBody>
      </p:sp>
      <p:sp>
        <p:nvSpPr>
          <p:cNvPr id="9" name="r3-good">
            <a:extLst xmlns:a="http://schemas.openxmlformats.org/drawingml/2006/main">
              <a:ext uri="{FF2B5EF4-FFF2-40B4-BE49-F238E27FC236}">
                <a16:creationId xmlns:a16="http://schemas.microsoft.com/office/drawing/2014/main" id="{2EA5D403-0C83-4CC2-B1C2-457994A0DA4B}"/>
              </a:ext>
            </a:extLst>
          </p:cNvPr>
          <p:cNvSpPr>
            <a:spLocks xmlns:a="http://schemas.openxmlformats.org/drawingml/2006/main" noGrp="1"/>
          </p:cNvSpPr>
          <p:nvPr/>
        </p:nvSpPr>
        <p:spPr>
          <a:xfrm xmlns:a="http://schemas.openxmlformats.org/drawingml/2006/main">
            <a:off x="9096375" y="166687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改善</a:t>
            </a:r>
          </a:p>
        </p:txBody>
      </p:sp>
      <p:sp>
        <p:nvSpPr>
          <p:cNvPr id="10" name="r3-good-v">
            <a:extLst xmlns:a="http://schemas.openxmlformats.org/drawingml/2006/main">
              <a:ext uri="{FF2B5EF4-FFF2-40B4-BE49-F238E27FC236}">
                <a16:creationId xmlns:a16="http://schemas.microsoft.com/office/drawing/2014/main" id="{213887FB-A3A7-4A3F-B9AC-CED47B715C99}"/>
              </a:ext>
            </a:extLst>
          </p:cNvPr>
          <p:cNvSpPr>
            <a:spLocks xmlns:a="http://schemas.openxmlformats.org/drawingml/2006/main" noGrp="1"/>
          </p:cNvSpPr>
          <p:nvPr/>
        </p:nvSpPr>
        <p:spPr>
          <a:xfrm xmlns:a="http://schemas.openxmlformats.org/drawingml/2006/main">
            <a:off x="9096375" y="2190750"/>
            <a:ext cx="2476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定義重視　27.3%減</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簡潔さ重視　27.0%減</a:t>
            </a:r>
          </a:p>
        </p:txBody>
      </p:sp>
      <p:sp>
        <p:nvSpPr>
          <p:cNvPr id="11" name="r3-bad">
            <a:extLst xmlns:a="http://schemas.openxmlformats.org/drawingml/2006/main">
              <a:ext uri="{FF2B5EF4-FFF2-40B4-BE49-F238E27FC236}">
                <a16:creationId xmlns:a16="http://schemas.microsoft.com/office/drawing/2014/main" id="{76D37297-F842-41FA-8812-81A9372744D4}"/>
              </a:ext>
            </a:extLst>
          </p:cNvPr>
          <p:cNvSpPr>
            <a:spLocks xmlns:a="http://schemas.openxmlformats.org/drawingml/2006/main" noGrp="1"/>
          </p:cNvSpPr>
          <p:nvPr/>
        </p:nvSpPr>
        <p:spPr>
          <a:xfrm xmlns:a="http://schemas.openxmlformats.org/drawingml/2006/main">
            <a:off x="9096375" y="3476625"/>
            <a:ext cx="2476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D66A5E"/>
                </a:solidFill>
                <a:latin typeface="Helvetica Neue"/>
                <a:ea typeface="Helvetica Neue"/>
                <a:cs typeface="Helvetica Neue"/>
              </a:defRPr>
            </a:pPr>
            <a:r>
              <a:rPr sz="1875" b="1">
                <a:solidFill>
                  <a:srgbClr val="D66A5E"/>
                </a:solidFill>
                <a:latin typeface="Helvetica Neue"/>
                <a:ea typeface="Helvetica Neue"/>
                <a:cs typeface="Helvetica Neue"/>
              </a:rPr>
              <a:t>悪化</a:t>
            </a:r>
          </a:p>
        </p:txBody>
      </p:sp>
      <p:sp>
        <p:nvSpPr>
          <p:cNvPr id="12" name="r3-bad-v">
            <a:extLst xmlns:a="http://schemas.openxmlformats.org/drawingml/2006/main">
              <a:ext uri="{FF2B5EF4-FFF2-40B4-BE49-F238E27FC236}">
                <a16:creationId xmlns:a16="http://schemas.microsoft.com/office/drawing/2014/main" id="{8A01CB9D-5AF2-4727-A861-1E31E38FF216}"/>
              </a:ext>
            </a:extLst>
          </p:cNvPr>
          <p:cNvSpPr>
            <a:spLocks xmlns:a="http://schemas.openxmlformats.org/drawingml/2006/main" noGrp="1"/>
          </p:cNvSpPr>
          <p:nvPr/>
        </p:nvSpPr>
        <p:spPr>
          <a:xfrm xmlns:a="http://schemas.openxmlformats.org/drawingml/2006/main">
            <a:off x="9096375" y="4000500"/>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具体例重視　23.9%増</a:t>
            </a:r>
          </a:p>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結論先行　0 → 0.0135</a:t>
            </a:r>
          </a:p>
        </p:txBody>
      </p:sp>
      <p:sp>
        <p:nvSpPr>
          <p:cNvPr id="13" name="r3-foot">
            <a:extLst xmlns:a="http://schemas.openxmlformats.org/drawingml/2006/main">
              <a:ext uri="{FF2B5EF4-FFF2-40B4-BE49-F238E27FC236}">
                <a16:creationId xmlns:a16="http://schemas.microsoft.com/office/drawing/2014/main" id="{B8D5415F-70C7-49E1-A86C-59E8DEDCDF26}"/>
              </a:ext>
            </a:extLst>
          </p:cNvPr>
          <p:cNvSpPr>
            <a:spLocks xmlns:a="http://schemas.openxmlformats.org/drawingml/2006/main" noGrp="1"/>
          </p:cNvSpPr>
          <p:nvPr/>
        </p:nvSpPr>
        <p:spPr>
          <a:xfrm xmlns:a="http://schemas.openxmlformats.org/drawingml/2006/main">
            <a:off x="8858250" y="5286375"/>
            <a:ext cx="285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650" b="1">
                <a:solidFill>
                  <a:srgbClr val="111111"/>
                </a:solidFill>
                <a:latin typeface="Helvetica Neue"/>
                <a:ea typeface="Helvetica Neue"/>
                <a:cs typeface="Helvetica Neue"/>
              </a:defRPr>
            </a:pPr>
            <a:r>
              <a:rPr sz="1650" b="1">
                <a:solidFill>
                  <a:srgbClr val="111111"/>
                </a:solidFill>
                <a:latin typeface="Helvetica Neue"/>
                <a:ea typeface="Helvetica Neue"/>
                <a:cs typeface="Helvetica Neue"/>
              </a:rPr>
              <a:t>履歴が増えても、常に良くなるわけではない</a:t>
            </a:r>
          </a:p>
        </p:txBody>
      </p:sp>
    </p:spTree>
    <p:extLst>
      <p:ext uri="{BB962C8B-B14F-4D97-AF65-F5344CB8AC3E}">
        <p14:creationId xmlns:p14="http://schemas.microsoft.com/office/powerpoint/2010/main" val="23442093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itle-8">
            <a:extLst xmlns:a="http://schemas.openxmlformats.org/drawingml/2006/main">
              <a:ext uri="{FF2B5EF4-FFF2-40B4-BE49-F238E27FC236}">
                <a16:creationId xmlns:a16="http://schemas.microsoft.com/office/drawing/2014/main" id="{7F3A5867-CA68-4F0E-A1BB-36CA64B33646}"/>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成功例：結論先行では、2回目の編集が0文になった</a:t>
            </a:r>
          </a:p>
        </p:txBody>
      </p:sp>
      <p:sp>
        <p:nvSpPr>
          <p:cNvPr id="2" name="page-8">
            <a:extLst xmlns:a="http://schemas.openxmlformats.org/drawingml/2006/main">
              <a:ext uri="{FF2B5EF4-FFF2-40B4-BE49-F238E27FC236}">
                <a16:creationId xmlns:a16="http://schemas.microsoft.com/office/drawing/2014/main" id="{E92E086F-F7FC-41AB-837A-23C94FCE9E9C}"/>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8</a:t>
            </a:r>
          </a:p>
        </p:txBody>
      </p:sp>
      <p:sp>
        <p:nvSpPr>
          <p:cNvPr id="3" name="learn-h">
            <a:extLst xmlns:a="http://schemas.openxmlformats.org/drawingml/2006/main">
              <a:ext uri="{FF2B5EF4-FFF2-40B4-BE49-F238E27FC236}">
                <a16:creationId xmlns:a16="http://schemas.microsoft.com/office/drawing/2014/main" id="{D309B8CE-6BB7-4199-9026-843E2FBB87A8}"/>
              </a:ext>
            </a:extLst>
          </p:cNvPr>
          <p:cNvSpPr>
            <a:spLocks xmlns:a="http://schemas.openxmlformats.org/drawingml/2006/main" noGrp="1"/>
          </p:cNvSpPr>
          <p:nvPr/>
        </p:nvSpPr>
        <p:spPr>
          <a:xfrm xmlns:a="http://schemas.openxmlformats.org/drawingml/2006/main">
            <a:off x="666750" y="123825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1回目の編集</a:t>
            </a:r>
          </a:p>
        </p:txBody>
      </p:sp>
      <p:sp>
        <p:nvSpPr>
          <p:cNvPr id="4" name="learn-before">
            <a:extLst xmlns:a="http://schemas.openxmlformats.org/drawingml/2006/main">
              <a:ext uri="{FF2B5EF4-FFF2-40B4-BE49-F238E27FC236}">
                <a16:creationId xmlns:a16="http://schemas.microsoft.com/office/drawing/2014/main" id="{26CF8C75-6E1C-4FFA-9F80-CE5F890E1389}"/>
              </a:ext>
            </a:extLst>
          </p:cNvPr>
          <p:cNvSpPr>
            <a:spLocks xmlns:a="http://schemas.openxmlformats.org/drawingml/2006/main" noGrp="1"/>
          </p:cNvSpPr>
          <p:nvPr/>
        </p:nvSpPr>
        <p:spPr>
          <a:xfrm xmlns:a="http://schemas.openxmlformats.org/drawingml/2006/main">
            <a:off x="666750" y="1762125"/>
            <a:ext cx="4762500" cy="85725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learn-before-t">
            <a:extLst xmlns:a="http://schemas.openxmlformats.org/drawingml/2006/main">
              <a:ext uri="{FF2B5EF4-FFF2-40B4-BE49-F238E27FC236}">
                <a16:creationId xmlns:a16="http://schemas.microsoft.com/office/drawing/2014/main" id="{CB029D26-28DE-4056-A043-EF740728980C}"/>
              </a:ext>
            </a:extLst>
          </p:cNvPr>
          <p:cNvSpPr>
            <a:spLocks xmlns:a="http://schemas.openxmlformats.org/drawingml/2006/main" noGrp="1"/>
          </p:cNvSpPr>
          <p:nvPr/>
        </p:nvSpPr>
        <p:spPr>
          <a:xfrm xmlns:a="http://schemas.openxmlformats.org/drawingml/2006/main">
            <a:off x="904875" y="204787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0">
                <a:solidFill>
                  <a:srgbClr val="111111"/>
                </a:solidFill>
                <a:latin typeface="Helvetica Neue"/>
                <a:ea typeface="Helvetica Neue"/>
                <a:cs typeface="Helvetica Neue"/>
              </a:defRPr>
            </a:pPr>
            <a:r>
              <a:rPr sz="1575" b="0">
                <a:solidFill>
                  <a:srgbClr val="111111"/>
                </a:solidFill>
                <a:latin typeface="Helvetica Neue"/>
                <a:ea typeface="Helvetica Neue"/>
                <a:cs typeface="Helvetica Neue"/>
              </a:rPr>
              <a:t>編集前：「キーの役割を具体化します」</a:t>
            </a:r>
          </a:p>
        </p:txBody>
      </p:sp>
      <p:sp>
        <p:nvSpPr>
          <p:cNvPr id="6" name="learn-after">
            <a:extLst xmlns:a="http://schemas.openxmlformats.org/drawingml/2006/main">
              <a:ext uri="{FF2B5EF4-FFF2-40B4-BE49-F238E27FC236}">
                <a16:creationId xmlns:a16="http://schemas.microsoft.com/office/drawing/2014/main" id="{574DCA87-433D-43C8-9AAC-4143F6BF004D}"/>
              </a:ext>
            </a:extLst>
          </p:cNvPr>
          <p:cNvSpPr>
            <a:spLocks xmlns:a="http://schemas.openxmlformats.org/drawingml/2006/main" noGrp="1"/>
          </p:cNvSpPr>
          <p:nvPr/>
        </p:nvSpPr>
        <p:spPr>
          <a:xfrm xmlns:a="http://schemas.openxmlformats.org/drawingml/2006/main">
            <a:off x="666750" y="2857500"/>
            <a:ext cx="476250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learn-after-t">
            <a:extLst xmlns:a="http://schemas.openxmlformats.org/drawingml/2006/main">
              <a:ext uri="{FF2B5EF4-FFF2-40B4-BE49-F238E27FC236}">
                <a16:creationId xmlns:a16="http://schemas.microsoft.com/office/drawing/2014/main" id="{68DB724F-4934-48E0-8867-D11591FD242E}"/>
              </a:ext>
            </a:extLst>
          </p:cNvPr>
          <p:cNvSpPr>
            <a:spLocks xmlns:a="http://schemas.openxmlformats.org/drawingml/2006/main" noGrp="1"/>
          </p:cNvSpPr>
          <p:nvPr/>
        </p:nvSpPr>
        <p:spPr>
          <a:xfrm xmlns:a="http://schemas.openxmlformats.org/drawingml/2006/main">
            <a:off x="904875" y="3124200"/>
            <a:ext cx="4286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編集後：「主キーは行を一意に識別し、</a:t>
            </a:r>
          </a:p>
          <a:p xmlns:a="http://schemas.openxmlformats.org/drawingml/2006/main">
            <a:pPr algn="l">
              <a:defRPr sz="1575" b="1">
                <a:solidFill>
                  <a:srgbClr val="111111"/>
                </a:solidFill>
                <a:latin typeface="Helvetica Neue"/>
                <a:ea typeface="Helvetica Neue"/>
                <a:cs typeface="Helvetica Neue"/>
              </a:defRPr>
            </a:pPr>
            <a:r>
              <a:rPr sz="1575" b="1">
                <a:solidFill>
                  <a:srgbClr val="111111"/>
                </a:solidFill>
                <a:latin typeface="Helvetica Neue"/>
                <a:ea typeface="Helvetica Neue"/>
                <a:cs typeface="Helvetica Neue"/>
              </a:rPr>
              <a:t>外部キーは表同士を結び付けます」</a:t>
            </a:r>
          </a:p>
        </p:txBody>
      </p:sp>
      <p:sp>
        <p:nvSpPr>
          <p:cNvPr id="8" name="memory">
            <a:extLst xmlns:a="http://schemas.openxmlformats.org/drawingml/2006/main">
              <a:ext uri="{FF2B5EF4-FFF2-40B4-BE49-F238E27FC236}">
                <a16:creationId xmlns:a16="http://schemas.microsoft.com/office/drawing/2014/main" id="{361FF21C-2A50-46D6-9890-886CD634026E}"/>
              </a:ext>
            </a:extLst>
          </p:cNvPr>
          <p:cNvSpPr>
            <a:spLocks xmlns:a="http://schemas.openxmlformats.org/drawingml/2006/main" noGrp="1"/>
          </p:cNvSpPr>
          <p:nvPr/>
        </p:nvSpPr>
        <p:spPr>
          <a:xfrm xmlns:a="http://schemas.openxmlformats.org/drawingml/2006/main">
            <a:off x="6524625" y="1857375"/>
            <a:ext cx="47625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抽出された好み</a:t>
            </a:r>
          </a:p>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「曖昧な予告ではなく、主要内容を先に示す」</a:t>
            </a:r>
          </a:p>
        </p:txBody>
      </p:sp>
      <p:sp>
        <p:nvSpPr>
          <p:cNvPr id="9" name="success-arrow">
            <a:extLst xmlns:a="http://schemas.openxmlformats.org/drawingml/2006/main">
              <a:ext uri="{FF2B5EF4-FFF2-40B4-BE49-F238E27FC236}">
                <a16:creationId xmlns:a16="http://schemas.microsoft.com/office/drawing/2014/main" id="{676C989C-72F9-4DAF-9FD7-433126129AC7}"/>
              </a:ext>
            </a:extLst>
          </p:cNvPr>
          <p:cNvSpPr>
            <a:spLocks xmlns:a="http://schemas.openxmlformats.org/drawingml/2006/main" noGrp="1"/>
          </p:cNvSpPr>
          <p:nvPr/>
        </p:nvSpPr>
        <p:spPr>
          <a:xfrm xmlns:a="http://schemas.openxmlformats.org/drawingml/2006/main">
            <a:off x="5572125" y="3238500"/>
            <a:ext cx="809625"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0" name="compare-h">
            <a:extLst xmlns:a="http://schemas.openxmlformats.org/drawingml/2006/main">
              <a:ext uri="{FF2B5EF4-FFF2-40B4-BE49-F238E27FC236}">
                <a16:creationId xmlns:a16="http://schemas.microsoft.com/office/drawing/2014/main" id="{BB0F7952-12EA-45D8-BF54-235FB02B5AE6}"/>
              </a:ext>
            </a:extLst>
          </p:cNvPr>
          <p:cNvSpPr>
            <a:spLocks xmlns:a="http://schemas.openxmlformats.org/drawingml/2006/main" noGrp="1"/>
          </p:cNvSpPr>
          <p:nvPr/>
        </p:nvSpPr>
        <p:spPr>
          <a:xfrm xmlns:a="http://schemas.openxmlformats.org/drawingml/2006/main">
            <a:off x="6524625" y="3143250"/>
            <a:ext cx="476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2回目に同じ方針で確認</a:t>
            </a:r>
          </a:p>
        </p:txBody>
      </p:sp>
      <p:sp>
        <p:nvSpPr>
          <p:cNvPr id="11" name="control">
            <a:extLst xmlns:a="http://schemas.openxmlformats.org/drawingml/2006/main">
              <a:ext uri="{FF2B5EF4-FFF2-40B4-BE49-F238E27FC236}">
                <a16:creationId xmlns:a16="http://schemas.microsoft.com/office/drawing/2014/main" id="{3627C11E-E56D-4119-A886-3FBA24C052C6}"/>
              </a:ext>
            </a:extLst>
          </p:cNvPr>
          <p:cNvSpPr>
            <a:spLocks xmlns:a="http://schemas.openxmlformats.org/drawingml/2006/main" noGrp="1"/>
          </p:cNvSpPr>
          <p:nvPr/>
        </p:nvSpPr>
        <p:spPr>
          <a:xfrm xmlns:a="http://schemas.openxmlformats.org/drawingml/2006/main">
            <a:off x="6524625" y="3762375"/>
            <a:ext cx="2190750" cy="1143000"/>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12" name="control-t">
            <a:extLst xmlns:a="http://schemas.openxmlformats.org/drawingml/2006/main">
              <a:ext uri="{FF2B5EF4-FFF2-40B4-BE49-F238E27FC236}">
                <a16:creationId xmlns:a16="http://schemas.microsoft.com/office/drawing/2014/main" id="{64E9390B-210D-46C3-B460-0CF7E3AEE375}"/>
              </a:ext>
            </a:extLst>
          </p:cNvPr>
          <p:cNvSpPr>
            <a:spLocks xmlns:a="http://schemas.openxmlformats.org/drawingml/2006/main" noGrp="1"/>
          </p:cNvSpPr>
          <p:nvPr/>
        </p:nvSpPr>
        <p:spPr>
          <a:xfrm xmlns:a="http://schemas.openxmlformats.org/drawingml/2006/main">
            <a:off x="666750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比較用：履歴なし</a:t>
            </a:r>
          </a:p>
          <a:p xmlns:a="http://schemas.openxmlformats.org/drawingml/2006/main">
            <a:pPr algn="ctr">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31文中4文を編集</a:t>
            </a:r>
          </a:p>
        </p:txBody>
      </p:sp>
      <p:sp>
        <p:nvSpPr>
          <p:cNvPr id="13" name="treat">
            <a:extLst xmlns:a="http://schemas.openxmlformats.org/drawingml/2006/main">
              <a:ext uri="{FF2B5EF4-FFF2-40B4-BE49-F238E27FC236}">
                <a16:creationId xmlns:a16="http://schemas.microsoft.com/office/drawing/2014/main" id="{4AF7DBDA-8BFD-48A2-8EC2-F07090C60260}"/>
              </a:ext>
            </a:extLst>
          </p:cNvPr>
          <p:cNvSpPr>
            <a:spLocks xmlns:a="http://schemas.openxmlformats.org/drawingml/2006/main" noGrp="1"/>
          </p:cNvSpPr>
          <p:nvPr/>
        </p:nvSpPr>
        <p:spPr>
          <a:xfrm xmlns:a="http://schemas.openxmlformats.org/drawingml/2006/main">
            <a:off x="9096375" y="3762375"/>
            <a:ext cx="2190750" cy="1143000"/>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treat-t">
            <a:extLst xmlns:a="http://schemas.openxmlformats.org/drawingml/2006/main">
              <a:ext uri="{FF2B5EF4-FFF2-40B4-BE49-F238E27FC236}">
                <a16:creationId xmlns:a16="http://schemas.microsoft.com/office/drawing/2014/main" id="{4E4AE41E-489A-489A-B294-35D474711591}"/>
              </a:ext>
            </a:extLst>
          </p:cNvPr>
          <p:cNvSpPr>
            <a:spLocks xmlns:a="http://schemas.openxmlformats.org/drawingml/2006/main" noGrp="1"/>
          </p:cNvSpPr>
          <p:nvPr/>
        </p:nvSpPr>
        <p:spPr>
          <a:xfrm xmlns:a="http://schemas.openxmlformats.org/drawingml/2006/main">
            <a:off x="9239250" y="4048125"/>
            <a:ext cx="1905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実利用側：履歴あり</a:t>
            </a:r>
          </a:p>
          <a:p xmlns:a="http://schemas.openxmlformats.org/drawingml/2006/main">
            <a:pPr algn="ctr">
              <a:defRPr sz="1500" b="1">
                <a:solidFill>
                  <a:srgbClr val="111111"/>
                </a:solidFill>
                <a:latin typeface="Helvetica Neue"/>
                <a:ea typeface="Helvetica Neue"/>
                <a:cs typeface="Helvetica Neue"/>
              </a:defRPr>
            </a:pPr>
            <a:r>
              <a:rPr sz="1500" b="1">
                <a:solidFill>
                  <a:srgbClr val="111111"/>
                </a:solidFill>
                <a:latin typeface="Helvetica Neue"/>
                <a:ea typeface="Helvetica Neue"/>
                <a:cs typeface="Helvetica Neue"/>
              </a:rPr>
              <a:t>31文中0文</a:t>
            </a:r>
          </a:p>
        </p:txBody>
      </p:sp>
      <p:sp>
        <p:nvSpPr>
          <p:cNvPr id="15" name="success-foot">
            <a:extLst xmlns:a="http://schemas.openxmlformats.org/drawingml/2006/main">
              <a:ext uri="{FF2B5EF4-FFF2-40B4-BE49-F238E27FC236}">
                <a16:creationId xmlns:a16="http://schemas.microsoft.com/office/drawing/2014/main" id="{F0587828-9114-4A45-BDCE-270336301E6B}"/>
              </a:ext>
            </a:extLst>
          </p:cNvPr>
          <p:cNvSpPr>
            <a:spLocks xmlns:a="http://schemas.openxmlformats.org/drawingml/2006/main" noGrp="1"/>
          </p:cNvSpPr>
          <p:nvPr/>
        </p:nvSpPr>
        <p:spPr>
          <a:xfrm xmlns:a="http://schemas.openxmlformats.org/drawingml/2006/main">
            <a:off x="1619250" y="5572125"/>
            <a:ext cx="8953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編集 → 好み抽出 → 次回生成 → 再編集量の減少、という流れを確認</a:t>
            </a:r>
          </a:p>
        </p:txBody>
      </p:sp>
    </p:spTree>
    <p:extLst>
      <p:ext uri="{BB962C8B-B14F-4D97-AF65-F5344CB8AC3E}">
        <p14:creationId xmlns:p14="http://schemas.microsoft.com/office/powerpoint/2010/main" val="62806917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 name="title-9">
            <a:extLst xmlns:a="http://schemas.openxmlformats.org/drawingml/2006/main">
              <a:ext uri="{FF2B5EF4-FFF2-40B4-BE49-F238E27FC236}">
                <a16:creationId xmlns:a16="http://schemas.microsoft.com/office/drawing/2014/main" id="{653B8E9F-6A19-4A26-AFC6-AC34BF362E65}"/>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失敗例：具体例重視では、3回目に台本修正量が増えた</a:t>
            </a:r>
          </a:p>
        </p:txBody>
      </p:sp>
      <p:sp>
        <p:nvSpPr>
          <p:cNvPr id="2" name="page-9">
            <a:extLst xmlns:a="http://schemas.openxmlformats.org/drawingml/2006/main">
              <a:ext uri="{FF2B5EF4-FFF2-40B4-BE49-F238E27FC236}">
                <a16:creationId xmlns:a16="http://schemas.microsoft.com/office/drawing/2014/main" id="{A3F373AB-820F-4966-81D0-D4F7D7EA99F2}"/>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9</a:t>
            </a:r>
          </a:p>
        </p:txBody>
      </p:sp>
      <p:sp>
        <p:nvSpPr>
          <p:cNvPr id="3" name="dup-h">
            <a:extLst xmlns:a="http://schemas.openxmlformats.org/drawingml/2006/main">
              <a:ext uri="{FF2B5EF4-FFF2-40B4-BE49-F238E27FC236}">
                <a16:creationId xmlns:a16="http://schemas.microsoft.com/office/drawing/2014/main" id="{F5DCDCCD-9AF1-417F-AA35-CF3705403BAB}"/>
              </a:ext>
            </a:extLst>
          </p:cNvPr>
          <p:cNvSpPr>
            <a:spLocks xmlns:a="http://schemas.openxmlformats.org/drawingml/2006/main" noGrp="1"/>
          </p:cNvSpPr>
          <p:nvPr/>
        </p:nvSpPr>
        <p:spPr>
          <a:xfrm xmlns:a="http://schemas.openxmlformats.org/drawingml/2006/main">
            <a:off x="619125" y="1285875"/>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1">
                <a:solidFill>
                  <a:srgbClr val="111111"/>
                </a:solidFill>
                <a:latin typeface="Helvetica Neue"/>
                <a:ea typeface="Helvetica Neue"/>
                <a:cs typeface="Helvetica Neue"/>
              </a:defRPr>
            </a:pPr>
            <a:r>
              <a:rPr sz="1725" b="1">
                <a:solidFill>
                  <a:srgbClr val="111111"/>
                </a:solidFill>
                <a:latin typeface="Helvetica Neue"/>
                <a:ea typeface="Helvetica Neue"/>
                <a:cs typeface="Helvetica Neue"/>
              </a:rPr>
              <a:t>履歴に蓄積した表現</a:t>
            </a:r>
          </a:p>
        </p:txBody>
      </p:sp>
      <p:sp>
        <p:nvSpPr>
          <p:cNvPr id="4" name="d-0">
            <a:extLst xmlns:a="http://schemas.openxmlformats.org/drawingml/2006/main">
              <a:ext uri="{FF2B5EF4-FFF2-40B4-BE49-F238E27FC236}">
                <a16:creationId xmlns:a16="http://schemas.microsoft.com/office/drawing/2014/main" id="{3EE53D7A-9E56-4D45-A093-A19A06CFFFBC}"/>
              </a:ext>
            </a:extLst>
          </p:cNvPr>
          <p:cNvSpPr>
            <a:spLocks xmlns:a="http://schemas.openxmlformats.org/drawingml/2006/main" noGrp="1"/>
          </p:cNvSpPr>
          <p:nvPr/>
        </p:nvSpPr>
        <p:spPr>
          <a:xfrm xmlns:a="http://schemas.openxmlformats.org/drawingml/2006/main">
            <a:off x="619125" y="185737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5" name="dt-0">
            <a:extLst xmlns:a="http://schemas.openxmlformats.org/drawingml/2006/main">
              <a:ext uri="{FF2B5EF4-FFF2-40B4-BE49-F238E27FC236}">
                <a16:creationId xmlns:a16="http://schemas.microsoft.com/office/drawing/2014/main" id="{5E1F50D2-5EEB-4883-A049-208FD0FBA1BA}"/>
              </a:ext>
            </a:extLst>
          </p:cNvPr>
          <p:cNvSpPr>
            <a:spLocks xmlns:a="http://schemas.openxmlformats.org/drawingml/2006/main" noGrp="1"/>
          </p:cNvSpPr>
          <p:nvPr/>
        </p:nvSpPr>
        <p:spPr>
          <a:xfrm xmlns:a="http://schemas.openxmlformats.org/drawingml/2006/main">
            <a:off x="857250" y="200977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抽象説明には具体例を加える</a:t>
            </a:r>
          </a:p>
        </p:txBody>
      </p:sp>
      <p:sp>
        <p:nvSpPr>
          <p:cNvPr id="6" name="d-1">
            <a:extLst xmlns:a="http://schemas.openxmlformats.org/drawingml/2006/main">
              <a:ext uri="{FF2B5EF4-FFF2-40B4-BE49-F238E27FC236}">
                <a16:creationId xmlns:a16="http://schemas.microsoft.com/office/drawing/2014/main" id="{ACC33FAB-82F4-4A15-AEEE-24A967926E28}"/>
              </a:ext>
            </a:extLst>
          </p:cNvPr>
          <p:cNvSpPr>
            <a:spLocks xmlns:a="http://schemas.openxmlformats.org/drawingml/2006/main" noGrp="1"/>
          </p:cNvSpPr>
          <p:nvPr/>
        </p:nvSpPr>
        <p:spPr>
          <a:xfrm xmlns:a="http://schemas.openxmlformats.org/drawingml/2006/main">
            <a:off x="619125" y="257175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7" name="dt-1">
            <a:extLst xmlns:a="http://schemas.openxmlformats.org/drawingml/2006/main">
              <a:ext uri="{FF2B5EF4-FFF2-40B4-BE49-F238E27FC236}">
                <a16:creationId xmlns:a16="http://schemas.microsoft.com/office/drawing/2014/main" id="{3720D642-721D-47B7-96E9-5205C61A2ABB}"/>
              </a:ext>
            </a:extLst>
          </p:cNvPr>
          <p:cNvSpPr>
            <a:spLocks xmlns:a="http://schemas.openxmlformats.org/drawingml/2006/main" noGrp="1"/>
          </p:cNvSpPr>
          <p:nvPr/>
        </p:nvSpPr>
        <p:spPr>
          <a:xfrm xmlns:a="http://schemas.openxmlformats.org/drawingml/2006/main">
            <a:off x="857250" y="272415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身近な例を一つ添える</a:t>
            </a:r>
          </a:p>
        </p:txBody>
      </p:sp>
      <p:sp>
        <p:nvSpPr>
          <p:cNvPr id="8" name="d-2">
            <a:extLst xmlns:a="http://schemas.openxmlformats.org/drawingml/2006/main">
              <a:ext uri="{FF2B5EF4-FFF2-40B4-BE49-F238E27FC236}">
                <a16:creationId xmlns:a16="http://schemas.microsoft.com/office/drawing/2014/main" id="{75B955AA-BD7A-44CA-B65F-37A736255394}"/>
              </a:ext>
            </a:extLst>
          </p:cNvPr>
          <p:cNvSpPr>
            <a:spLocks xmlns:a="http://schemas.openxmlformats.org/drawingml/2006/main" noGrp="1"/>
          </p:cNvSpPr>
          <p:nvPr/>
        </p:nvSpPr>
        <p:spPr>
          <a:xfrm xmlns:a="http://schemas.openxmlformats.org/drawingml/2006/main">
            <a:off x="619125" y="3286125"/>
            <a:ext cx="5286375" cy="523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9" name="dt-2">
            <a:extLst xmlns:a="http://schemas.openxmlformats.org/drawingml/2006/main">
              <a:ext uri="{FF2B5EF4-FFF2-40B4-BE49-F238E27FC236}">
                <a16:creationId xmlns:a16="http://schemas.microsoft.com/office/drawing/2014/main" id="{F590F24C-207B-4974-AE60-AF2C24C389BE}"/>
              </a:ext>
            </a:extLst>
          </p:cNvPr>
          <p:cNvSpPr>
            <a:spLocks xmlns:a="http://schemas.openxmlformats.org/drawingml/2006/main" noGrp="1"/>
          </p:cNvSpPr>
          <p:nvPr/>
        </p:nvSpPr>
        <p:spPr>
          <a:xfrm xmlns:a="http://schemas.openxmlformats.org/drawingml/2006/main">
            <a:off x="857250" y="3438525"/>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実務的な例で補足する</a:t>
            </a:r>
          </a:p>
        </p:txBody>
      </p:sp>
      <p:sp>
        <p:nvSpPr>
          <p:cNvPr id="10" name="d-3">
            <a:extLst xmlns:a="http://schemas.openxmlformats.org/drawingml/2006/main">
              <a:ext uri="{FF2B5EF4-FFF2-40B4-BE49-F238E27FC236}">
                <a16:creationId xmlns:a16="http://schemas.microsoft.com/office/drawing/2014/main" id="{CC9EC05B-FF75-4BEF-A958-9603551DA41E}"/>
              </a:ext>
            </a:extLst>
          </p:cNvPr>
          <p:cNvSpPr>
            <a:spLocks xmlns:a="http://schemas.openxmlformats.org/drawingml/2006/main" noGrp="1"/>
          </p:cNvSpPr>
          <p:nvPr/>
        </p:nvSpPr>
        <p:spPr>
          <a:xfrm xmlns:a="http://schemas.openxmlformats.org/drawingml/2006/main">
            <a:off x="619125" y="4000500"/>
            <a:ext cx="5286375" cy="523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1" name="dt-3">
            <a:extLst xmlns:a="http://schemas.openxmlformats.org/drawingml/2006/main">
              <a:ext uri="{FF2B5EF4-FFF2-40B4-BE49-F238E27FC236}">
                <a16:creationId xmlns:a16="http://schemas.microsoft.com/office/drawing/2014/main" id="{E3C51F91-FD2C-49A4-9CCD-93151E234F47}"/>
              </a:ext>
            </a:extLst>
          </p:cNvPr>
          <p:cNvSpPr>
            <a:spLocks xmlns:a="http://schemas.openxmlformats.org/drawingml/2006/main" noGrp="1"/>
          </p:cNvSpPr>
          <p:nvPr/>
        </p:nvSpPr>
        <p:spPr>
          <a:xfrm xmlns:a="http://schemas.openxmlformats.org/drawingml/2006/main">
            <a:off x="857250" y="4152900"/>
            <a:ext cx="481012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500" b="0">
                <a:solidFill>
                  <a:srgbClr val="111111"/>
                </a:solidFill>
                <a:latin typeface="Helvetica Neue"/>
                <a:ea typeface="Helvetica Neue"/>
                <a:cs typeface="Helvetica Neue"/>
              </a:defRPr>
            </a:pPr>
            <a:r>
              <a:rPr sz="1500" b="0">
                <a:solidFill>
                  <a:srgbClr val="111111"/>
                </a:solidFill>
                <a:latin typeface="Helvetica Neue"/>
                <a:ea typeface="Helvetica Neue"/>
                <a:cs typeface="Helvetica Neue"/>
              </a:rPr>
              <a:t>利用場面と対応付ける</a:t>
            </a:r>
          </a:p>
        </p:txBody>
      </p:sp>
      <p:sp>
        <p:nvSpPr>
          <p:cNvPr id="12" name="fail-arrow">
            <a:extLst xmlns:a="http://schemas.openxmlformats.org/drawingml/2006/main">
              <a:ext uri="{FF2B5EF4-FFF2-40B4-BE49-F238E27FC236}">
                <a16:creationId xmlns:a16="http://schemas.microsoft.com/office/drawing/2014/main" id="{B1FAB0E2-1583-4B79-8A60-0D3000D086B5}"/>
              </a:ext>
            </a:extLst>
          </p:cNvPr>
          <p:cNvSpPr>
            <a:spLocks xmlns:a="http://schemas.openxmlformats.org/drawingml/2006/main" noGrp="1"/>
          </p:cNvSpPr>
          <p:nvPr/>
        </p:nvSpPr>
        <p:spPr>
          <a:xfrm xmlns:a="http://schemas.openxmlformats.org/drawingml/2006/main">
            <a:off x="6191250" y="3190875"/>
            <a:ext cx="857250" cy="38100"/>
          </a:xfrm>
          <a:prstGeom xmlns:a="http://schemas.openxmlformats.org/drawingml/2006/main" prst="rect">
            <a:avLst/>
          </a:prstGeom>
          <a:solidFill xmlns:a="http://schemas.openxmlformats.org/drawingml/2006/main">
            <a:srgbClr val="B8BCC4"/>
          </a:solidFill>
          <a:ln xmlns:a="http://schemas.openxmlformats.org/drawingml/2006/main" w="0">
            <a:noFill/>
            <a:prstDash val="solid"/>
          </a:ln>
        </p:spPr>
      </p:sp>
      <p:sp>
        <p:nvSpPr>
          <p:cNvPr id="13" name="fail-box">
            <a:extLst xmlns:a="http://schemas.openxmlformats.org/drawingml/2006/main">
              <a:ext uri="{FF2B5EF4-FFF2-40B4-BE49-F238E27FC236}">
                <a16:creationId xmlns:a16="http://schemas.microsoft.com/office/drawing/2014/main" id="{446F1FD6-C89E-4137-BB2E-3B1D1143A1A1}"/>
              </a:ext>
            </a:extLst>
          </p:cNvPr>
          <p:cNvSpPr>
            <a:spLocks xmlns:a="http://schemas.openxmlformats.org/drawingml/2006/main" noGrp="1"/>
          </p:cNvSpPr>
          <p:nvPr/>
        </p:nvSpPr>
        <p:spPr>
          <a:xfrm xmlns:a="http://schemas.openxmlformats.org/drawingml/2006/main">
            <a:off x="7524750" y="1952625"/>
            <a:ext cx="3810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14" name="fail-title">
            <a:extLst xmlns:a="http://schemas.openxmlformats.org/drawingml/2006/main">
              <a:ext uri="{FF2B5EF4-FFF2-40B4-BE49-F238E27FC236}">
                <a16:creationId xmlns:a16="http://schemas.microsoft.com/office/drawing/2014/main" id="{BC1BF07D-B8A8-42D4-B8E6-62B7ECBB1EC7}"/>
              </a:ext>
            </a:extLst>
          </p:cNvPr>
          <p:cNvSpPr>
            <a:spLocks xmlns:a="http://schemas.openxmlformats.org/drawingml/2006/main" noGrp="1"/>
          </p:cNvSpPr>
          <p:nvPr/>
        </p:nvSpPr>
        <p:spPr>
          <a:xfrm xmlns:a="http://schemas.openxmlformats.org/drawingml/2006/main">
            <a:off x="7858125" y="2286000"/>
            <a:ext cx="3143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具体例重視・3回目</a:t>
            </a:r>
          </a:p>
        </p:txBody>
      </p:sp>
      <p:sp>
        <p:nvSpPr>
          <p:cNvPr id="15" name="fail-values">
            <a:extLst xmlns:a="http://schemas.openxmlformats.org/drawingml/2006/main">
              <a:ext uri="{FF2B5EF4-FFF2-40B4-BE49-F238E27FC236}">
                <a16:creationId xmlns:a16="http://schemas.microsoft.com/office/drawing/2014/main" id="{B98B329F-661A-4819-BC2C-576CA3AB7D5A}"/>
              </a:ext>
            </a:extLst>
          </p:cNvPr>
          <p:cNvSpPr>
            <a:spLocks xmlns:a="http://schemas.openxmlformats.org/drawingml/2006/main" noGrp="1"/>
          </p:cNvSpPr>
          <p:nvPr/>
        </p:nvSpPr>
        <p:spPr>
          <a:xfrm xmlns:a="http://schemas.openxmlformats.org/drawingml/2006/main">
            <a:off x="7858125" y="3000375"/>
            <a:ext cx="3143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比較用　0.0674</a:t>
            </a:r>
          </a:p>
          <a:p xmlns:a="http://schemas.openxmlformats.org/drawingml/2006/main">
            <a:pPr algn="l">
              <a:defRPr sz="1875" b="0">
                <a:solidFill>
                  <a:srgbClr val="111111"/>
                </a:solidFill>
                <a:latin typeface="Helvetica Neue"/>
                <a:ea typeface="Helvetica Neue"/>
                <a:cs typeface="Helvetica Neue"/>
              </a:defRPr>
            </a:pPr>
            <a:r>
              <a:rPr sz="1875" b="0">
                <a:solidFill>
                  <a:srgbClr val="111111"/>
                </a:solidFill>
                <a:latin typeface="Helvetica Neue"/>
                <a:ea typeface="Helvetica Neue"/>
                <a:cs typeface="Helvetica Neue"/>
              </a:rPr>
              <a:t>実利用側　0.0835</a:t>
            </a:r>
          </a:p>
        </p:txBody>
      </p:sp>
      <p:sp>
        <p:nvSpPr>
          <p:cNvPr id="16" name="fail-red">
            <a:extLst xmlns:a="http://schemas.openxmlformats.org/drawingml/2006/main">
              <a:ext uri="{FF2B5EF4-FFF2-40B4-BE49-F238E27FC236}">
                <a16:creationId xmlns:a16="http://schemas.microsoft.com/office/drawing/2014/main" id="{C9547036-31C2-41EA-BA67-DD92A55FA97D}"/>
              </a:ext>
            </a:extLst>
          </p:cNvPr>
          <p:cNvSpPr>
            <a:spLocks xmlns:a="http://schemas.openxmlformats.org/drawingml/2006/main" noGrp="1"/>
          </p:cNvSpPr>
          <p:nvPr/>
        </p:nvSpPr>
        <p:spPr>
          <a:xfrm xmlns:a="http://schemas.openxmlformats.org/drawingml/2006/main">
            <a:off x="7858125" y="38576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800" b="1">
                <a:solidFill>
                  <a:srgbClr val="D66A5E"/>
                </a:solidFill>
                <a:latin typeface="Helvetica Neue"/>
                <a:ea typeface="Helvetica Neue"/>
                <a:cs typeface="Helvetica Neue"/>
              </a:defRPr>
            </a:pPr>
            <a:r>
              <a:rPr sz="1800" b="1">
                <a:solidFill>
                  <a:srgbClr val="D66A5E"/>
                </a:solidFill>
                <a:latin typeface="Helvetica Neue"/>
                <a:ea typeface="Helvetica Neue"/>
                <a:cs typeface="Helvetica Neue"/>
              </a:rPr>
              <a:t>台本修正量 23.9%増</a:t>
            </a:r>
          </a:p>
        </p:txBody>
      </p:sp>
      <p:sp>
        <p:nvSpPr>
          <p:cNvPr id="17" name="fail-meaning">
            <a:extLst xmlns:a="http://schemas.openxmlformats.org/drawingml/2006/main">
              <a:ext uri="{FF2B5EF4-FFF2-40B4-BE49-F238E27FC236}">
                <a16:creationId xmlns:a16="http://schemas.microsoft.com/office/drawing/2014/main" id="{E7CB081A-58BD-4F0B-8969-D210739FFFDD}"/>
              </a:ext>
            </a:extLst>
          </p:cNvPr>
          <p:cNvSpPr>
            <a:spLocks xmlns:a="http://schemas.openxmlformats.org/drawingml/2006/main" noGrp="1"/>
          </p:cNvSpPr>
          <p:nvPr/>
        </p:nvSpPr>
        <p:spPr>
          <a:xfrm xmlns:a="http://schemas.openxmlformats.org/drawingml/2006/main">
            <a:off x="1238250" y="5095875"/>
            <a:ext cx="9715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875" b="1">
                <a:solidFill>
                  <a:srgbClr val="111111"/>
                </a:solidFill>
                <a:latin typeface="Helvetica Neue"/>
                <a:ea typeface="Helvetica Neue"/>
                <a:cs typeface="Helvetica Neue"/>
              </a:defRPr>
            </a:pPr>
            <a:r>
              <a:rPr sz="1875" b="1">
                <a:solidFill>
                  <a:srgbClr val="111111"/>
                </a:solidFill>
                <a:latin typeface="Helvetica Neue"/>
                <a:ea typeface="Helvetica Neue"/>
                <a:cs typeface="Helvetica Neue"/>
              </a:rPr>
              <a:t>似た好みを別々に蓄積すると、必要でない箇所にも適用される可能性がある</a:t>
            </a:r>
          </a:p>
        </p:txBody>
      </p:sp>
      <p:sp>
        <p:nvSpPr>
          <p:cNvPr id="18" name="fail-next">
            <a:extLst xmlns:a="http://schemas.openxmlformats.org/drawingml/2006/main">
              <a:ext uri="{FF2B5EF4-FFF2-40B4-BE49-F238E27FC236}">
                <a16:creationId xmlns:a16="http://schemas.microsoft.com/office/drawing/2014/main" id="{9A6EAABD-88BA-4B25-9CFD-A4C71DDC9260}"/>
              </a:ext>
            </a:extLst>
          </p:cNvPr>
          <p:cNvSpPr>
            <a:spLocks xmlns:a="http://schemas.openxmlformats.org/drawingml/2006/main" noGrp="1"/>
          </p:cNvSpPr>
          <p:nvPr/>
        </p:nvSpPr>
        <p:spPr>
          <a:xfrm xmlns:a="http://schemas.openxmlformats.org/drawingml/2006/main">
            <a:off x="2190750" y="5857875"/>
            <a:ext cx="781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1500" b="0">
                <a:solidFill>
                  <a:srgbClr val="61666E"/>
                </a:solidFill>
                <a:latin typeface="Helvetica Neue"/>
                <a:ea typeface="Helvetica Neue"/>
                <a:cs typeface="Helvetica Neue"/>
              </a:defRPr>
            </a:pPr>
            <a:r>
              <a:rPr sz="1500" b="0">
                <a:solidFill>
                  <a:srgbClr val="61666E"/>
                </a:solidFill>
                <a:latin typeface="Helvetica Neue"/>
                <a:ea typeface="Helvetica Neue"/>
                <a:cs typeface="Helvetica Neue"/>
              </a:rPr>
              <a:t>必要な改善：重複する好みの統合／適用しない条件の記憶</a:t>
            </a:r>
          </a:p>
        </p:txBody>
      </p:sp>
    </p:spTree>
    <p:extLst>
      <p:ext uri="{BB962C8B-B14F-4D97-AF65-F5344CB8AC3E}">
        <p14:creationId xmlns:p14="http://schemas.microsoft.com/office/powerpoint/2010/main" val="32944370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itle-10">
            <a:extLst xmlns:a="http://schemas.openxmlformats.org/drawingml/2006/main">
              <a:ext uri="{FF2B5EF4-FFF2-40B4-BE49-F238E27FC236}">
                <a16:creationId xmlns:a16="http://schemas.microsoft.com/office/drawing/2014/main" id="{76FE4B5D-A159-4D04-80F5-98165CA95021}"/>
              </a:ext>
            </a:extLst>
          </p:cNvPr>
          <p:cNvSpPr>
            <a:spLocks xmlns:a="http://schemas.openxmlformats.org/drawingml/2006/main" noGrp="1"/>
          </p:cNvSpPr>
          <p:nvPr/>
        </p:nvSpPr>
        <p:spPr>
          <a:xfrm xmlns:a="http://schemas.openxmlformats.org/drawingml/2006/main">
            <a:off x="457200" y="333375"/>
            <a:ext cx="1081087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2850" b="1">
                <a:solidFill>
                  <a:srgbClr val="111111"/>
                </a:solidFill>
                <a:latin typeface="Helvetica Neue"/>
                <a:ea typeface="Helvetica Neue"/>
                <a:cs typeface="Helvetica Neue"/>
              </a:defRPr>
            </a:pPr>
            <a:r>
              <a:rPr sz="2850" b="1">
                <a:solidFill>
                  <a:srgbClr val="111111"/>
                </a:solidFill>
                <a:latin typeface="Helvetica Neue"/>
                <a:ea typeface="Helvetica Neue"/>
                <a:cs typeface="Helvetica Neue"/>
              </a:rPr>
              <a:t>今回分かったことと、次に確かめること</a:t>
            </a:r>
          </a:p>
        </p:txBody>
      </p:sp>
      <p:sp>
        <p:nvSpPr>
          <p:cNvPr id="2" name="page-10">
            <a:extLst xmlns:a="http://schemas.openxmlformats.org/drawingml/2006/main">
              <a:ext uri="{FF2B5EF4-FFF2-40B4-BE49-F238E27FC236}">
                <a16:creationId xmlns:a16="http://schemas.microsoft.com/office/drawing/2014/main" id="{2B5BAD89-3683-4C0B-9803-721039F813F6}"/>
              </a:ext>
            </a:extLst>
          </p:cNvPr>
          <p:cNvSpPr>
            <a:spLocks xmlns:a="http://schemas.openxmlformats.org/drawingml/2006/main" noGrp="1"/>
          </p:cNvSpPr>
          <p:nvPr/>
        </p:nvSpPr>
        <p:spPr>
          <a:xfrm xmlns:a="http://schemas.openxmlformats.org/drawingml/2006/main">
            <a:off x="11334750" y="6334125"/>
            <a:ext cx="428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r">
              <a:defRPr sz="975" b="0">
                <a:solidFill>
                  <a:srgbClr val="61666E"/>
                </a:solidFill>
                <a:latin typeface="Helvetica Neue"/>
                <a:ea typeface="Helvetica Neue"/>
                <a:cs typeface="Helvetica Neue"/>
              </a:defRPr>
            </a:pPr>
            <a:r>
              <a:rPr sz="975" b="0">
                <a:solidFill>
                  <a:srgbClr val="61666E"/>
                </a:solidFill>
                <a:latin typeface="Helvetica Neue"/>
                <a:ea typeface="Helvetica Neue"/>
                <a:cs typeface="Helvetica Neue"/>
              </a:rPr>
              <a:t>10</a:t>
            </a:r>
          </a:p>
        </p:txBody>
      </p:sp>
      <p:sp>
        <p:nvSpPr>
          <p:cNvPr id="3" name="known-h">
            <a:extLst xmlns:a="http://schemas.openxmlformats.org/drawingml/2006/main">
              <a:ext uri="{FF2B5EF4-FFF2-40B4-BE49-F238E27FC236}">
                <a16:creationId xmlns:a16="http://schemas.microsoft.com/office/drawing/2014/main" id="{7360933B-F4F2-43B8-8175-3677A101CC3C}"/>
              </a:ext>
            </a:extLst>
          </p:cNvPr>
          <p:cNvSpPr>
            <a:spLocks xmlns:a="http://schemas.openxmlformats.org/drawingml/2006/main" noGrp="1"/>
          </p:cNvSpPr>
          <p:nvPr/>
        </p:nvSpPr>
        <p:spPr>
          <a:xfrm xmlns:a="http://schemas.openxmlformats.org/drawingml/2006/main">
            <a:off x="6667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今回分かったこと</a:t>
            </a:r>
          </a:p>
        </p:txBody>
      </p:sp>
      <p:sp>
        <p:nvSpPr>
          <p:cNvPr id="4" name="known">
            <a:extLst xmlns:a="http://schemas.openxmlformats.org/drawingml/2006/main">
              <a:ext uri="{FF2B5EF4-FFF2-40B4-BE49-F238E27FC236}">
                <a16:creationId xmlns:a16="http://schemas.microsoft.com/office/drawing/2014/main" id="{D51451C8-5162-4901-9960-6BCBEDAD71CE}"/>
              </a:ext>
            </a:extLst>
          </p:cNvPr>
          <p:cNvSpPr>
            <a:spLocks xmlns:a="http://schemas.openxmlformats.org/drawingml/2006/main" noGrp="1"/>
          </p:cNvSpPr>
          <p:nvPr/>
        </p:nvSpPr>
        <p:spPr>
          <a:xfrm xmlns:a="http://schemas.openxmlformats.org/drawingml/2006/main">
            <a:off x="666750" y="1952625"/>
            <a:ext cx="4953000" cy="2428875"/>
          </a:xfrm>
          <a:prstGeom xmlns:a="http://schemas.openxmlformats.org/drawingml/2006/main" prst="rect">
            <a:avLst/>
          </a:prstGeom>
          <a:solidFill xmlns:a="http://schemas.openxmlformats.org/drawingml/2006/main">
            <a:srgbClr val="D0EDFA"/>
          </a:solidFill>
          <a:ln xmlns:a="http://schemas.openxmlformats.org/drawingml/2006/main" w="0">
            <a:noFill/>
            <a:prstDash val="solid"/>
          </a:ln>
        </p:spPr>
      </p:sp>
      <p:sp>
        <p:nvSpPr>
          <p:cNvPr id="5" name="known-t">
            <a:extLst xmlns:a="http://schemas.openxmlformats.org/drawingml/2006/main">
              <a:ext uri="{FF2B5EF4-FFF2-40B4-BE49-F238E27FC236}">
                <a16:creationId xmlns:a16="http://schemas.microsoft.com/office/drawing/2014/main" id="{24631233-3F5E-4782-A79E-9975EC7A8EBB}"/>
              </a:ext>
            </a:extLst>
          </p:cNvPr>
          <p:cNvSpPr>
            <a:spLocks xmlns:a="http://schemas.openxmlformats.org/drawingml/2006/main" noGrp="1"/>
          </p:cNvSpPr>
          <p:nvPr/>
        </p:nvSpPr>
        <p:spPr>
          <a:xfrm xmlns:a="http://schemas.openxmlformats.org/drawingml/2006/main">
            <a:off x="10001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・編集履歴から次回生成を変えられた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・編集量が減る好みがあった</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・履歴が増えると悪化する場合もあった</a:t>
            </a:r>
          </a:p>
        </p:txBody>
      </p:sp>
      <p:sp>
        <p:nvSpPr>
          <p:cNvPr id="6" name="next-h">
            <a:extLst xmlns:a="http://schemas.openxmlformats.org/drawingml/2006/main">
              <a:ext uri="{FF2B5EF4-FFF2-40B4-BE49-F238E27FC236}">
                <a16:creationId xmlns:a16="http://schemas.microsoft.com/office/drawing/2014/main" id="{AFE23235-9276-4B04-ABD0-F49B6CF23F00}"/>
              </a:ext>
            </a:extLst>
          </p:cNvPr>
          <p:cNvSpPr>
            <a:spLocks xmlns:a="http://schemas.openxmlformats.org/drawingml/2006/main" noGrp="1"/>
          </p:cNvSpPr>
          <p:nvPr/>
        </p:nvSpPr>
        <p:spPr>
          <a:xfrm xmlns:a="http://schemas.openxmlformats.org/drawingml/2006/main">
            <a:off x="6572250" y="1381125"/>
            <a:ext cx="4762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950" b="1">
                <a:solidFill>
                  <a:srgbClr val="111111"/>
                </a:solidFill>
                <a:latin typeface="Helvetica Neue"/>
                <a:ea typeface="Helvetica Neue"/>
                <a:cs typeface="Helvetica Neue"/>
              </a:defRPr>
            </a:pPr>
            <a:r>
              <a:rPr sz="1950" b="1">
                <a:solidFill>
                  <a:srgbClr val="111111"/>
                </a:solidFill>
                <a:latin typeface="Helvetica Neue"/>
                <a:ea typeface="Helvetica Neue"/>
                <a:cs typeface="Helvetica Neue"/>
              </a:rPr>
              <a:t>次に確かめること</a:t>
            </a:r>
          </a:p>
        </p:txBody>
      </p:sp>
      <p:sp>
        <p:nvSpPr>
          <p:cNvPr id="7" name="next">
            <a:extLst xmlns:a="http://schemas.openxmlformats.org/drawingml/2006/main">
              <a:ext uri="{FF2B5EF4-FFF2-40B4-BE49-F238E27FC236}">
                <a16:creationId xmlns:a16="http://schemas.microsoft.com/office/drawing/2014/main" id="{F4AA50C9-D8D1-415D-ABAF-E88FA24B9C8F}"/>
              </a:ext>
            </a:extLst>
          </p:cNvPr>
          <p:cNvSpPr>
            <a:spLocks xmlns:a="http://schemas.openxmlformats.org/drawingml/2006/main" noGrp="1"/>
          </p:cNvSpPr>
          <p:nvPr/>
        </p:nvSpPr>
        <p:spPr>
          <a:xfrm xmlns:a="http://schemas.openxmlformats.org/drawingml/2006/main">
            <a:off x="6572250" y="1952625"/>
            <a:ext cx="4953000" cy="2428875"/>
          </a:xfrm>
          <a:prstGeom xmlns:a="http://schemas.openxmlformats.org/drawingml/2006/main" prst="rect">
            <a:avLst/>
          </a:prstGeom>
          <a:solidFill xmlns:a="http://schemas.openxmlformats.org/drawingml/2006/main">
            <a:srgbClr val="EDEDED"/>
          </a:solidFill>
          <a:ln xmlns:a="http://schemas.openxmlformats.org/drawingml/2006/main" w="0">
            <a:noFill/>
            <a:prstDash val="solid"/>
          </a:ln>
        </p:spPr>
      </p:sp>
      <p:sp>
        <p:nvSpPr>
          <p:cNvPr id="8" name="next-t">
            <a:extLst xmlns:a="http://schemas.openxmlformats.org/drawingml/2006/main">
              <a:ext uri="{FF2B5EF4-FFF2-40B4-BE49-F238E27FC236}">
                <a16:creationId xmlns:a16="http://schemas.microsoft.com/office/drawing/2014/main" id="{C9920467-4160-4F08-A2BF-A8DA61017B76}"/>
              </a:ext>
            </a:extLst>
          </p:cNvPr>
          <p:cNvSpPr>
            <a:spLocks xmlns:a="http://schemas.openxmlformats.org/drawingml/2006/main" noGrp="1"/>
          </p:cNvSpPr>
          <p:nvPr/>
        </p:nvSpPr>
        <p:spPr>
          <a:xfrm xmlns:a="http://schemas.openxmlformats.org/drawingml/2006/main">
            <a:off x="6905625" y="2333625"/>
            <a:ext cx="428625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・似た好みを統合すると安定するか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・同じ条件を繰り返して再現するか</a:t>
            </a:r>
          </a:p>
          <a:p xmlns:a="http://schemas.openxmlformats.org/drawingml/2006/main">
            <a:r>
              <a:t/>
            </a:r>
          </a:p>
          <a:p xmlns:a="http://schemas.openxmlformats.org/drawingml/2006/main">
            <a:pPr algn="l">
              <a:defRPr sz="1725" b="0">
                <a:solidFill>
                  <a:srgbClr val="111111"/>
                </a:solidFill>
                <a:latin typeface="Helvetica Neue"/>
                <a:ea typeface="Helvetica Neue"/>
                <a:cs typeface="Helvetica Neue"/>
              </a:defRPr>
            </a:pPr>
            <a:r>
              <a:rPr sz="1725" b="0">
                <a:solidFill>
                  <a:srgbClr val="111111"/>
                </a:solidFill>
                <a:latin typeface="Helvetica Neue"/>
                <a:ea typeface="Helvetica Neue"/>
                <a:cs typeface="Helvetica Neue"/>
              </a:rPr>
              <a:t>・実ユーザでも編集量が減るか</a:t>
            </a:r>
          </a:p>
        </p:txBody>
      </p:sp>
      <p:sp>
        <p:nvSpPr>
          <p:cNvPr id="9" name="conclusion">
            <a:extLst xmlns:a="http://schemas.openxmlformats.org/drawingml/2006/main">
              <a:ext uri="{FF2B5EF4-FFF2-40B4-BE49-F238E27FC236}">
                <a16:creationId xmlns:a16="http://schemas.microsoft.com/office/drawing/2014/main" id="{A3431E9B-D1D2-423C-8E4F-FD4AA79E1752}"/>
              </a:ext>
            </a:extLst>
          </p:cNvPr>
          <p:cNvSpPr>
            <a:spLocks xmlns:a="http://schemas.openxmlformats.org/drawingml/2006/main" noGrp="1"/>
          </p:cNvSpPr>
          <p:nvPr/>
        </p:nvSpPr>
        <p:spPr>
          <a:xfrm xmlns:a="http://schemas.openxmlformats.org/drawingml/2006/main">
            <a:off x="1238250" y="5095875"/>
            <a:ext cx="9715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normAutofit fontScale="100000"/>
          </a:bodyPr>
          <a:lstStyle xmlns:a="http://schemas.openxmlformats.org/drawingml/2006/main"/>
          <a:p xmlns:a="http://schemas.openxmlformats.org/drawingml/2006/main">
            <a:pPr algn="ctr">
              <a:defRPr sz="2025" b="1">
                <a:solidFill>
                  <a:srgbClr val="111111"/>
                </a:solidFill>
                <a:latin typeface="Helvetica Neue"/>
                <a:ea typeface="Helvetica Neue"/>
                <a:cs typeface="Helvetica Neue"/>
              </a:defRPr>
            </a:pPr>
            <a:r>
              <a:rPr sz="2025" b="1">
                <a:solidFill>
                  <a:srgbClr val="111111"/>
                </a:solidFill>
                <a:latin typeface="Helvetica Neue"/>
                <a:ea typeface="Helvetica Neue"/>
                <a:cs typeface="Helvetica Neue"/>
              </a:rPr>
              <a:t>今回は有効性の証明ではなく、仕組みが動くことと改善すべき点を確認した予備実験</a:t>
            </a:r>
          </a:p>
        </p:txBody>
      </p:sp>
    </p:spTree>
    <p:extLst>
      <p:ext uri="{BB962C8B-B14F-4D97-AF65-F5344CB8AC3E}">
        <p14:creationId xmlns:p14="http://schemas.microsoft.com/office/powerpoint/2010/main" val="17514390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2026-08-16T13:13:10.4200000Z</dcterms:created>
  <dcterms:modified xsi:type="dcterms:W3CDTF">2026-08-16T13:13:10.4200000Z</dcterms:modified>
</coreProperties>
</file>