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2.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700f7e8ec8342f8" /><Relationship Type="http://schemas.openxmlformats.org/officeDocument/2006/relationships/extended-properties" Target="/docProps/app.xml" Id="R7cee7e4113ae4f2a" /><Relationship Type="http://schemas.openxmlformats.org/officeDocument/2006/relationships/officeDocument" Target="/ppt/presentation.xml" Id="R7762010330314dcd" /></Relationships>
</file>

<file path=ppt/presentation.xml><?xml version="1.0" encoding="utf-8"?>
<p:presentation xmlns:p="http://schemas.openxmlformats.org/presentationml/2006/main">
  <p:sldMasterIdLst>
    <p:sldMasterId xmlns:r="http://schemas.openxmlformats.org/officeDocument/2006/relationships" id="2147483648" r:id="R8c009c860ee54e21"/>
  </p:sldMasterIdLst>
  <p:notesMasterIdLst>
    <p:notesMasterId xmlns:r="http://schemas.openxmlformats.org/officeDocument/2006/relationships" r:id="R4fe849be99ff47a5"/>
  </p:notesMasterIdLst>
  <p:sldIdLst>
    <p:sldId xmlns:r="http://schemas.openxmlformats.org/officeDocument/2006/relationships" id="256" r:id="R3c4855a7d9b342b5"/>
    <p:sldId xmlns:r="http://schemas.openxmlformats.org/officeDocument/2006/relationships" id="257" r:id="Rcdba51e3dcbd4290"/>
    <p:sldId xmlns:r="http://schemas.openxmlformats.org/officeDocument/2006/relationships" id="258" r:id="R97838fc840684dba"/>
    <p:sldId xmlns:r="http://schemas.openxmlformats.org/officeDocument/2006/relationships" id="259" r:id="R99088c991b914b1c"/>
    <p:sldId xmlns:r="http://schemas.openxmlformats.org/officeDocument/2006/relationships" id="260" r:id="Rf6167c05e7b5457f"/>
    <p:sldId xmlns:r="http://schemas.openxmlformats.org/officeDocument/2006/relationships" id="261" r:id="Ree8ccf7ed338476a"/>
    <p:sldId xmlns:r="http://schemas.openxmlformats.org/officeDocument/2006/relationships" id="262" r:id="R9296dba0114a4df5"/>
    <p:sldId xmlns:r="http://schemas.openxmlformats.org/officeDocument/2006/relationships" id="263" r:id="R2b1c85ab82bd48ec"/>
    <p:sldId xmlns:r="http://schemas.openxmlformats.org/officeDocument/2006/relationships" id="264" r:id="R4116e932ba624e3b"/>
    <p:sldId xmlns:r="http://schemas.openxmlformats.org/officeDocument/2006/relationships" id="265" r:id="Rbb4230fd3e8e431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a51c7ce3bd045ae" /><Relationship Type="http://schemas.openxmlformats.org/officeDocument/2006/relationships/slideMaster" Target="/ppt/slideMasters/slideMaster1.xml" Id="R8c009c860ee54e21" /><Relationship Type="http://schemas.openxmlformats.org/officeDocument/2006/relationships/notesMaster" Target="/ppt/notesMasters/notesMaster1.xml" Id="R4fe849be99ff47a5" /><Relationship Type="http://schemas.openxmlformats.org/officeDocument/2006/relationships/presProps" Target="/ppt/presProps.xml" Id="R4a836f6e2a3845e9" /><Relationship Type="http://schemas.openxmlformats.org/officeDocument/2006/relationships/tableStyles" Target="/ppt/tableStyles.xml" Id="Rd3ef7fe3e14e4dd5" /><Relationship Type="http://schemas.openxmlformats.org/officeDocument/2006/relationships/slide" Target="/ppt/slides/slide1.xml" Id="R3c4855a7d9b342b5" /><Relationship Type="http://schemas.openxmlformats.org/officeDocument/2006/relationships/slide" Target="/ppt/slides/slide2.xml" Id="Rcdba51e3dcbd4290" /><Relationship Type="http://schemas.openxmlformats.org/officeDocument/2006/relationships/slide" Target="/ppt/slides/slide3.xml" Id="R97838fc840684dba" /><Relationship Type="http://schemas.openxmlformats.org/officeDocument/2006/relationships/slide" Target="/ppt/slides/slide4.xml" Id="R99088c991b914b1c" /><Relationship Type="http://schemas.openxmlformats.org/officeDocument/2006/relationships/slide" Target="/ppt/slides/slide5.xml" Id="Rf6167c05e7b5457f" /><Relationship Type="http://schemas.openxmlformats.org/officeDocument/2006/relationships/slide" Target="/ppt/slides/slide6.xml" Id="Ree8ccf7ed338476a" /><Relationship Type="http://schemas.openxmlformats.org/officeDocument/2006/relationships/slide" Target="/ppt/slides/slide7.xml" Id="R9296dba0114a4df5" /><Relationship Type="http://schemas.openxmlformats.org/officeDocument/2006/relationships/slide" Target="/ppt/slides/slide8.xml" Id="R2b1c85ab82bd48ec" /><Relationship Type="http://schemas.openxmlformats.org/officeDocument/2006/relationships/slide" Target="/ppt/slides/slide9.xml" Id="R4116e932ba624e3b" /><Relationship Type="http://schemas.openxmlformats.org/officeDocument/2006/relationships/slide" Target="/ppt/slides/slide10.xml" Id="Rbb4230fd3e8e431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6c3ceecbda1416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bc07d7047a44e79" /><Relationship Type="http://schemas.openxmlformats.org/officeDocument/2006/relationships/notesMaster" Target="/ppt/notesMasters/notesMaster1.xml" Id="R49280284a2ed45c3" /></Relationships>
</file>

<file path=ppt/notesSlides/_rels/notesSlide2.xml.rels>&#65279;<?xml version="1.0" encoding="utf-8"?><Relationships xmlns="http://schemas.openxmlformats.org/package/2006/relationships"><Relationship Type="http://schemas.openxmlformats.org/officeDocument/2006/relationships/slide" Target="/ppt/slides/slide2.xml" Id="Rcbc35eb25924463f" /><Relationship Type="http://schemas.openxmlformats.org/officeDocument/2006/relationships/notesMaster" Target="/ppt/notesMasters/notesMaster1.xml" Id="Rf4ed39e04de54e20" /></Relationships>
</file>

<file path=ppt/notesSlides/_rels/notesSlide3.xml.rels>&#65279;<?xml version="1.0" encoding="utf-8"?><Relationships xmlns="http://schemas.openxmlformats.org/package/2006/relationships"><Relationship Type="http://schemas.openxmlformats.org/officeDocument/2006/relationships/slide" Target="/ppt/slides/slide3.xml" Id="R497d520d04674c59" /><Relationship Type="http://schemas.openxmlformats.org/officeDocument/2006/relationships/notesMaster" Target="/ppt/notesMasters/notesMaster1.xml" Id="Rfa1936a8523b4ec2" /></Relationships>
</file>

<file path=ppt/notesSlides/_rels/notesSlide4.xml.rels>&#65279;<?xml version="1.0" encoding="utf-8"?><Relationships xmlns="http://schemas.openxmlformats.org/package/2006/relationships"><Relationship Type="http://schemas.openxmlformats.org/officeDocument/2006/relationships/slide" Target="/ppt/slides/slide4.xml" Id="Rd11ef5c46e0b436b" /><Relationship Type="http://schemas.openxmlformats.org/officeDocument/2006/relationships/notesMaster" Target="/ppt/notesMasters/notesMaster1.xml" Id="R06965d90677f45f7" /></Relationships>
</file>

<file path=ppt/notesSlides/_rels/notesSlide5.xml.rels>&#65279;<?xml version="1.0" encoding="utf-8"?><Relationships xmlns="http://schemas.openxmlformats.org/package/2006/relationships"><Relationship Type="http://schemas.openxmlformats.org/officeDocument/2006/relationships/slide" Target="/ppt/slides/slide5.xml" Id="Rafda97e6972241f9" /><Relationship Type="http://schemas.openxmlformats.org/officeDocument/2006/relationships/notesMaster" Target="/ppt/notesMasters/notesMaster1.xml" Id="Rb98141f3129b4a70" /></Relationships>
</file>

<file path=ppt/notesSlides/_rels/notesSlide6.xml.rels>&#65279;<?xml version="1.0" encoding="utf-8"?><Relationships xmlns="http://schemas.openxmlformats.org/package/2006/relationships"><Relationship Type="http://schemas.openxmlformats.org/officeDocument/2006/relationships/slide" Target="/ppt/slides/slide6.xml" Id="R7a1b6ba5ec9940ac" /><Relationship Type="http://schemas.openxmlformats.org/officeDocument/2006/relationships/notesMaster" Target="/ppt/notesMasters/notesMaster1.xml" Id="Rf754e7ba37a244e7" /></Relationships>
</file>

<file path=ppt/notesSlides/_rels/notesSlide7.xml.rels>&#65279;<?xml version="1.0" encoding="utf-8"?><Relationships xmlns="http://schemas.openxmlformats.org/package/2006/relationships"><Relationship Type="http://schemas.openxmlformats.org/officeDocument/2006/relationships/slide" Target="/ppt/slides/slide7.xml" Id="R3d0d4cd14ffe49a5" /><Relationship Type="http://schemas.openxmlformats.org/officeDocument/2006/relationships/notesMaster" Target="/ppt/notesMasters/notesMaster1.xml" Id="R12a0e47ca42140ff" /></Relationships>
</file>

<file path=ppt/notesSlides/_rels/notesSlide8.xml.rels>&#65279;<?xml version="1.0" encoding="utf-8"?><Relationships xmlns="http://schemas.openxmlformats.org/package/2006/relationships"><Relationship Type="http://schemas.openxmlformats.org/officeDocument/2006/relationships/slide" Target="/ppt/slides/slide8.xml" Id="Rbcaa87ea610c4339" /><Relationship Type="http://schemas.openxmlformats.org/officeDocument/2006/relationships/notesMaster" Target="/ppt/notesMasters/notesMaster1.xml" Id="R131bf3c8f1874f57" /></Relationships>
</file>

<file path=ppt/notesSlides/_rels/notesSlide9.xml.rels>&#65279;<?xml version="1.0" encoding="utf-8"?><Relationships xmlns="http://schemas.openxmlformats.org/package/2006/relationships"><Relationship Type="http://schemas.openxmlformats.org/officeDocument/2006/relationships/slide" Target="/ppt/slides/slide9.xml" Id="Raa6cdcd84a1e496f" /><Relationship Type="http://schemas.openxmlformats.org/officeDocument/2006/relationships/notesMaster" Target="/ppt/notesMasters/notesMaster1.xml" Id="R31fe7908de45491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1fda046341a492d" /><Relationship Type="http://schemas.openxmlformats.org/officeDocument/2006/relationships/notesMaster" Target="/ppt/notesMasters/notesMaster1.xml" Id="R14a03ded507843e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今回の問いは一つです。過去の編集から好みを学び、次の台本に反映すると、完成形までの編集量が減るかを調べました。</a:t>
            </a:r>
          </a:p>
          <a:p xmlns:a="http://schemas.openxmlformats.org/drawingml/2006/main">
            <a:r>
              <a:t/>
            </a:r>
          </a:p>
          <a:p xmlns:a="http://schemas.openxmlformats.org/drawingml/2006/main">
            <a:r>
              <a:t>[Sources]</a:t>
            </a:r>
          </a:p>
          <a:p xmlns:a="http://schemas.openxmlformats.org/drawingml/2006/main">
            <a:r>
              <a:t>- /Users/shohei/Documents/dev/lecture_craft/backend/experiments/preference_growth/reports/pilot-20260815.md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台本の生成、必要箇所の編集、好みの抽出、次回生成への反映を1サイクルとして実装しました。</a:t>
            </a:r>
          </a:p>
          <a:p xmlns:a="http://schemas.openxmlformats.org/drawingml/2006/main">
            <a:r>
              <a:t/>
            </a:r>
          </a:p>
          <a:p xmlns:a="http://schemas.openxmlformats.org/drawingml/2006/main">
            <a:r>
              <a:t>[Sources]</a:t>
            </a:r>
          </a:p>
          <a:p xmlns:a="http://schemas.openxmlformats.org/drawingml/2006/main">
            <a:r>
              <a:t>- /Users/shohei/Documents/dev/lecture_craft/backend/experiments/preference_growth/reports/pilot-20260815.md</a:t>
            </a:r>
          </a:p>
          <a:p xmlns:a="http://schemas.openxmlformats.org/drawingml/2006/main">
            <a:r>
              <a:t>- /Users/shohei/Documents/dev/lecture_craft/backend/experiments/preference_growth/local/pilot-20260815-a/reports/process_and_edit_examples.md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1回目は学習用です。2回目と3回目で、好みを使わない条件と使う条件を比較しました。</a:t>
            </a:r>
          </a:p>
          <a:p xmlns:a="http://schemas.openxmlformats.org/drawingml/2006/main">
            <a:r>
              <a:t/>
            </a:r>
          </a:p>
          <a:p xmlns:a="http://schemas.openxmlformats.org/drawingml/2006/main">
            <a:r>
              <a:t>[Sources]</a:t>
            </a:r>
          </a:p>
          <a:p xmlns:a="http://schemas.openxmlformats.org/drawingml/2006/main">
            <a:r>
              <a:t>- /Users/shohei/Documents/dev/lecture_craft/backend/experiments/preference_growth/reports/pilot-20260815.md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模擬編集では編集数を指定していません。各好み方針に照らして必要と判断した文だけを編集しました。</a:t>
            </a:r>
          </a:p>
          <a:p xmlns:a="http://schemas.openxmlformats.org/drawingml/2006/main">
            <a:r>
              <a:t/>
            </a:r>
          </a:p>
          <a:p xmlns:a="http://schemas.openxmlformats.org/drawingml/2006/main">
            <a:r>
              <a:t>[Sources]</a:t>
            </a:r>
          </a:p>
          <a:p xmlns:a="http://schemas.openxmlformats.org/drawingml/2006/main">
            <a:r>
              <a:t>- /Users/shohei/Documents/dev/lecture_craft/backend/experiments/preference_growth/local/pilot-20260815-a/reports/process_and_edit_examples.md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編集負担は実時間ではなく、文ごとの正規化編集距離を台本全体で平均した値です。このスライドの3文は計算方法を説明するための例です。</a:t>
            </a:r>
          </a:p>
          <a:p xmlns:a="http://schemas.openxmlformats.org/drawingml/2006/main">
            <a:r>
              <a:t/>
            </a:r>
          </a:p>
          <a:p xmlns:a="http://schemas.openxmlformats.org/drawingml/2006/main">
            <a:r>
              <a:t>[Sources]</a:t>
            </a:r>
          </a:p>
          <a:p xmlns:a="http://schemas.openxmlformats.org/drawingml/2006/main">
            <a:r>
              <a:t>- /Users/shohei/Documents/dev/lecture_craft/backend/experiments/preference_growth/reports/pilot-20260815.md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棒は削減率ではなく、実際に測定した編集負担です。灰色が好みなし、青が1回目の履歴を使った生成です。</a:t>
            </a:r>
          </a:p>
          <a:p xmlns:a="http://schemas.openxmlformats.org/drawingml/2006/main">
            <a:r>
              <a:t/>
            </a:r>
          </a:p>
          <a:p xmlns:a="http://schemas.openxmlformats.org/drawingml/2006/main">
            <a:r>
              <a:t>[Sources]</a:t>
            </a:r>
          </a:p>
          <a:p xmlns:a="http://schemas.openxmlformats.org/drawingml/2006/main">
            <a:r>
              <a:t>- /Users/shohei/Documents/dev/lecture_craft/backend/experiments/preference_growth/reports/pilot-20260815.md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3回目では好みにより結果が分かれました。結論先行は、好みなしでも編集不要だったのに、好みありでは1文の修正が必要になりました。</a:t>
            </a:r>
          </a:p>
          <a:p xmlns:a="http://schemas.openxmlformats.org/drawingml/2006/main">
            <a:r>
              <a:t/>
            </a:r>
          </a:p>
          <a:p xmlns:a="http://schemas.openxmlformats.org/drawingml/2006/main">
            <a:r>
              <a:t>[Sources]</a:t>
            </a:r>
          </a:p>
          <a:p xmlns:a="http://schemas.openxmlformats.org/drawingml/2006/main">
            <a:r>
              <a:t>- /Users/shohei/Documents/dev/lecture_craft/backend/experiments/preference_growth/reports/pilot-20260815.md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最も流れが分かりやすかった事例です。ただし、単一生成の事例なので、同じ結果が再現するかは次の実験で確認します。</a:t>
            </a:r>
          </a:p>
          <a:p xmlns:a="http://schemas.openxmlformats.org/drawingml/2006/main">
            <a:r>
              <a:t/>
            </a:r>
          </a:p>
          <a:p xmlns:a="http://schemas.openxmlformats.org/drawingml/2006/main">
            <a:r>
              <a:t>[Sources]</a:t>
            </a:r>
          </a:p>
          <a:p xmlns:a="http://schemas.openxmlformats.org/drawingml/2006/main">
            <a:r>
              <a:t>- /Users/shohei/Documents/dev/lecture_craft/backend/experiments/preference_growth/local/pilot-20260815-a/reports/process_and_edit_examples.md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原因は確定ではありませんが、意味が近い好みが複数の指示として渡されたことが過剰適用につながった可能性があります。</a:t>
            </a:r>
          </a:p>
          <a:p xmlns:a="http://schemas.openxmlformats.org/drawingml/2006/main">
            <a:r>
              <a:t/>
            </a:r>
          </a:p>
          <a:p xmlns:a="http://schemas.openxmlformats.org/drawingml/2006/main">
            <a:r>
              <a:t>[Sources]</a:t>
            </a:r>
          </a:p>
          <a:p xmlns:a="http://schemas.openxmlformats.org/drawingml/2006/main">
            <a:r>
              <a:t>- /Users/shohei/Documents/dev/lecture_craft/backend/experiments/preference_growth/reports/pilot-20260815.md</a:t>
            </a:r>
          </a:p>
          <a:p xmlns:a="http://schemas.openxmlformats.org/drawingml/2006/main">
            <a:r>
              <a:t>- /Users/shohei/Documents/dev/lecture_craft/backend/experiments/preference_growth/local/pilot-20260815-a/reports/process_and_edit_examples.md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結論は控えめにします。今回は反映経路の成立性と失敗モードを確認した段階です。次は重複統合あり・なし、複数回生成、実ユーザ評価へ進みます。</a:t>
            </a:r>
          </a:p>
          <a:p xmlns:a="http://schemas.openxmlformats.org/drawingml/2006/main">
            <a:r>
              <a:t/>
            </a:r>
          </a:p>
          <a:p xmlns:a="http://schemas.openxmlformats.org/drawingml/2006/main">
            <a:r>
              <a:t>[Sources]</a:t>
            </a:r>
          </a:p>
          <a:p xmlns:a="http://schemas.openxmlformats.org/drawingml/2006/main">
            <a:r>
              <a:t>- /Users/shohei/Documents/dev/lecture_craft/backend/experiments/preference_growth/reports/pilot-20260815.md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a5daf1437f54d6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a7f38ae2acd40c0" /><Relationship Type="http://schemas.openxmlformats.org/officeDocument/2006/relationships/slideLayout" Target="/ppt/slideLayouts/slideLayout1.xml" Id="R54c513102cba488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4c513102cba488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e11967890c44d36" /><Relationship Type="http://schemas.openxmlformats.org/officeDocument/2006/relationships/notesSlide" Target="/ppt/notesSlides/notesSlide1.xml" Id="R481c96f9b2a948f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703c6a6117b4542" /><Relationship Type="http://schemas.openxmlformats.org/officeDocument/2006/relationships/notesSlide" Target="/ppt/notesSlides/notesSlide2.xml" Id="R50334491a9324ea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c1bc1ebd34c4d0c" /><Relationship Type="http://schemas.openxmlformats.org/officeDocument/2006/relationships/notesSlide" Target="/ppt/notesSlides/notesSlide3.xml" Id="R4a28a2d613ca400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f8174d5ac6a4225" /><Relationship Type="http://schemas.openxmlformats.org/officeDocument/2006/relationships/notesSlide" Target="/ppt/notesSlides/notesSlide4.xml" Id="R6679b254ba7744b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0ac9cf64ed445a0" /><Relationship Type="http://schemas.openxmlformats.org/officeDocument/2006/relationships/notesSlide" Target="/ppt/notesSlides/notesSlide5.xml" Id="R71ecfaba0c7e4d8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446ae8f253b4c66" /><Relationship Type="http://schemas.openxmlformats.org/officeDocument/2006/relationships/chart" Target="/ppt/slides/charts/chart1.xml" Id="R7b9b65b7fd2b4a59" /><Relationship Type="http://schemas.openxmlformats.org/officeDocument/2006/relationships/notesSlide" Target="/ppt/notesSlides/notesSlide6.xml" Id="R163342d6d2ca493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87a672141094d2a" /><Relationship Type="http://schemas.openxmlformats.org/officeDocument/2006/relationships/chart" Target="/ppt/slides/charts/chart2.xml" Id="Rf0fc2586a1e24ab4" /><Relationship Type="http://schemas.openxmlformats.org/officeDocument/2006/relationships/notesSlide" Target="/ppt/notesSlides/notesSlide7.xml" Id="Rc7739caa7d8f40b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f6fdee1be454385" /><Relationship Type="http://schemas.openxmlformats.org/officeDocument/2006/relationships/notesSlide" Target="/ppt/notesSlides/notesSlide8.xml" Id="R1ef5ee37a3414ff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4d9e1ee39f84c9c" /><Relationship Type="http://schemas.openxmlformats.org/officeDocument/2006/relationships/notesSlide" Target="/ppt/notesSlides/notesSlide9.xml" Id="Raf0630a3ff91450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4d60e2f467d46f3" /><Relationship Type="http://schemas.openxmlformats.org/officeDocument/2006/relationships/notesSlide" Target="/ppt/notesSlides/notesSlide10.xml" Id="R5dec38eb95164810" /></Relationships>
</file>

<file path=ppt/slides/charts/chart1.xml><?xml version="1.0" encoding="utf-8"?>
<c:chartSpace xmlns:c="http://schemas.openxmlformats.org/drawingml/2006/chart">
  <c:lang val="en-US"/>
  <c:chart>
    <c:plotArea>
      <c:barChart>
        <c:barDir val="col"/>
        <c:grouping val="clustered"/>
        <c:varyColors val="0"/>
        <c:ser>
          <c:idx val="0"/>
          <c:order val="0"/>
          <c:tx>
            <c:v>好みなし</c:v>
          </c:tx>
          <c:spPr>
            <a:solidFill xmlns:a="http://schemas.openxmlformats.org/drawingml/2006/main">
              <a:srgbClr val="B8BCC4"/>
            </a:solidFill>
          </c:spPr>
          <c:cat>
            <c:strLit>
              <c:ptCount val="4"/>
              <c:pt idx="0">
                <c:v>定義重視</c:v>
              </c:pt>
              <c:pt idx="1">
                <c:v>具体例重視</c:v>
              </c:pt>
              <c:pt idx="2">
                <c:v>結論先行</c:v>
              </c:pt>
              <c:pt idx="3">
                <c:v>簡潔さ重視</c:v>
              </c:pt>
            </c:strLit>
          </c:cat>
          <c:val>
            <c:numLit>
              <c:formatCode>0.00</c:formatCode>
              <c:ptCount val="4"/>
              <c:pt idx="0">
                <c:v>0.1223</c:v>
              </c:pt>
              <c:pt idx="1">
                <c:v>0.0763</c:v>
              </c:pt>
              <c:pt idx="2">
                <c:v>0.0924</c:v>
              </c:pt>
              <c:pt idx="3">
                <c:v>0.0299</c:v>
              </c:pt>
            </c:numLit>
          </c:val>
        </c:ser>
        <c:ser>
          <c:idx val="1"/>
          <c:order val="1"/>
          <c:tx>
            <c:v>好みあり（履歴1回分）</c:v>
          </c:tx>
          <c:spPr>
            <a:solidFill xmlns:a="http://schemas.openxmlformats.org/drawingml/2006/main">
              <a:srgbClr val="3D8DFF"/>
            </a:solidFill>
          </c:spPr>
          <c:cat>
            <c:strLit>
              <c:ptCount val="4"/>
              <c:pt idx="0">
                <c:v>定義重視</c:v>
              </c:pt>
              <c:pt idx="1">
                <c:v>具体例重視</c:v>
              </c:pt>
              <c:pt idx="2">
                <c:v>結論先行</c:v>
              </c:pt>
              <c:pt idx="3">
                <c:v>簡潔さ重視</c:v>
              </c:pt>
            </c:strLit>
          </c:cat>
          <c:val>
            <c:numLit>
              <c:formatCode>0.00</c:formatCode>
              <c:ptCount val="4"/>
              <c:pt idx="0">
                <c:v>0.0548</c:v>
              </c:pt>
              <c:pt idx="1">
                <c:v>0.0589</c:v>
              </c:pt>
              <c:pt idx="2">
                <c:v>0</c:v>
              </c:pt>
              <c:pt idx="3">
                <c:v>0.0155</c:v>
              </c:pt>
            </c:numLit>
          </c:val>
        </c:ser>
        <c:dLbls>
          <c:showLegendKey val="0"/>
          <c:showVal val="0"/>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111111"/>
                </a:solidFill>
                <a:latin typeface="Helvetica Neue"/>
                <a:ea typeface="Helvetica Neue"/>
                <a:cs typeface="Helvetica Neue"/>
              </a:defRPr>
            </a:pPr>
          </a:p>
        </c:txPr>
        <c:crossAx val="48672768"/>
      </c:catAx>
      <c:valAx>
        <c:axId val="48672768"/>
        <c:scaling>
          <c:orientation val="minMax"/>
          <c:max val="0.14"/>
          <c:min val="0"/>
        </c:scaling>
        <c:delete val="0"/>
        <c:axPos val="l"/>
        <c:majorGridlines>
          <c:spPr>
            <a:ln xmlns:a="http://schemas.openxmlformats.org/drawingml/2006/main" w="9525">
              <a:solidFill>
                <a:srgbClr val="EDEDED"/>
              </a:solidFill>
              <a:prstDash val="solid"/>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majorUnit val="0.02"/>
      </c:valAx>
      <c:spPr>
        <a:noFill xmlns:a="http://schemas.openxmlformats.org/drawingml/2006/main"/>
      </c:spPr>
    </c:plotArea>
    <c:legend>
      <c:legendPos val="b"/>
      <c:overlay val="0"/>
    </c:legend>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charts/chart2.xml><?xml version="1.0" encoding="utf-8"?>
<c:chartSpace xmlns:c="http://schemas.openxmlformats.org/drawingml/2006/chart">
  <c:lang val="en-US"/>
  <c:chart>
    <c:plotArea>
      <c:barChart>
        <c:barDir val="col"/>
        <c:grouping val="clustered"/>
        <c:varyColors val="0"/>
        <c:ser>
          <c:idx val="0"/>
          <c:order val="0"/>
          <c:tx>
            <c:v>好みなし</c:v>
          </c:tx>
          <c:spPr>
            <a:solidFill xmlns:a="http://schemas.openxmlformats.org/drawingml/2006/main">
              <a:srgbClr val="B8BCC4"/>
            </a:solidFill>
          </c:spPr>
          <c:cat>
            <c:strLit>
              <c:ptCount val="4"/>
              <c:pt idx="0">
                <c:v>定義重視</c:v>
              </c:pt>
              <c:pt idx="1">
                <c:v>具体例重視</c:v>
              </c:pt>
              <c:pt idx="2">
                <c:v>結論先行</c:v>
              </c:pt>
              <c:pt idx="3">
                <c:v>簡潔さ重視</c:v>
              </c:pt>
            </c:strLit>
          </c:cat>
          <c:val>
            <c:numLit>
              <c:formatCode>0.00</c:formatCode>
              <c:ptCount val="4"/>
              <c:pt idx="0">
                <c:v>0.1803</c:v>
              </c:pt>
              <c:pt idx="1">
                <c:v>0.0674</c:v>
              </c:pt>
              <c:pt idx="2">
                <c:v>0</c:v>
              </c:pt>
              <c:pt idx="3">
                <c:v>0.1099</c:v>
              </c:pt>
            </c:numLit>
          </c:val>
        </c:ser>
        <c:ser>
          <c:idx val="1"/>
          <c:order val="1"/>
          <c:tx>
            <c:v>好みあり（履歴2回分）</c:v>
          </c:tx>
          <c:spPr>
            <a:solidFill xmlns:a="http://schemas.openxmlformats.org/drawingml/2006/main">
              <a:srgbClr val="3D8DFF"/>
            </a:solidFill>
          </c:spPr>
          <c:cat>
            <c:strLit>
              <c:ptCount val="4"/>
              <c:pt idx="0">
                <c:v>定義重視</c:v>
              </c:pt>
              <c:pt idx="1">
                <c:v>具体例重視</c:v>
              </c:pt>
              <c:pt idx="2">
                <c:v>結論先行</c:v>
              </c:pt>
              <c:pt idx="3">
                <c:v>簡潔さ重視</c:v>
              </c:pt>
            </c:strLit>
          </c:cat>
          <c:val>
            <c:numLit>
              <c:formatCode>0.00</c:formatCode>
              <c:ptCount val="4"/>
              <c:pt idx="0">
                <c:v>0.131</c:v>
              </c:pt>
              <c:pt idx="1">
                <c:v>0.0835</c:v>
              </c:pt>
              <c:pt idx="2">
                <c:v>0.0135</c:v>
              </c:pt>
              <c:pt idx="3">
                <c:v>0.0802</c:v>
              </c:pt>
            </c:numLit>
          </c:val>
        </c:ser>
        <c:dLbls>
          <c:showLegendKey val="0"/>
          <c:showVal val="0"/>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111111"/>
                </a:solidFill>
                <a:latin typeface="Helvetica Neue"/>
                <a:ea typeface="Helvetica Neue"/>
                <a:cs typeface="Helvetica Neue"/>
              </a:defRPr>
            </a:pPr>
          </a:p>
        </c:txPr>
        <c:crossAx val="48672768"/>
      </c:catAx>
      <c:valAx>
        <c:axId val="48672768"/>
        <c:scaling>
          <c:orientation val="minMax"/>
          <c:max val="0.2"/>
          <c:min val="0"/>
        </c:scaling>
        <c:delete val="0"/>
        <c:axPos val="l"/>
        <c:majorGridlines>
          <c:spPr>
            <a:ln xmlns:a="http://schemas.openxmlformats.org/drawingml/2006/main" w="9525">
              <a:solidFill>
                <a:srgbClr val="EDEDED"/>
              </a:solidFill>
              <a:prstDash val="solid"/>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majorUnit val="0.04"/>
      </c:valAx>
      <c:spPr>
        <a:noFill xmlns:a="http://schemas.openxmlformats.org/drawingml/2006/main"/>
      </c:spPr>
    </c:plotArea>
    <c:legend>
      <c:legendPos val="b"/>
      <c:overlay val="0"/>
    </c:legend>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kicker">
            <a:extLst xmlns:a="http://schemas.openxmlformats.org/drawingml/2006/main">
              <a:ext uri="{FF2B5EF4-FFF2-40B4-BE49-F238E27FC236}">
                <a16:creationId xmlns:a16="http://schemas.microsoft.com/office/drawing/2014/main" id="{CF86EBDE-E92A-4BC9-B87E-D67EE9975D89}"/>
              </a:ext>
            </a:extLst>
          </p:cNvPr>
          <p:cNvSpPr>
            <a:spLocks xmlns:a="http://schemas.openxmlformats.org/drawingml/2006/main" noGrp="1"/>
          </p:cNvSpPr>
          <p:nvPr/>
        </p:nvSpPr>
        <p:spPr>
          <a:xfrm xmlns:a="http://schemas.openxmlformats.org/drawingml/2006/main">
            <a:off x="457200" y="457200"/>
            <a:ext cx="285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0">
                <a:solidFill>
                  <a:srgbClr val="61666E"/>
                </a:solidFill>
                <a:latin typeface="Helvetica Neue"/>
                <a:ea typeface="Helvetica Neue"/>
                <a:cs typeface="Helvetica Neue"/>
              </a:defRPr>
            </a:pPr>
            <a:r>
              <a:rPr sz="1650" b="0">
                <a:solidFill>
                  <a:srgbClr val="61666E"/>
                </a:solidFill>
                <a:latin typeface="Helvetica Neue"/>
                <a:ea typeface="Helvetica Neue"/>
                <a:cs typeface="Helvetica Neue"/>
              </a:rPr>
              <a:t>研究進捗報告</a:t>
            </a:r>
          </a:p>
        </p:txBody>
      </p:sp>
      <p:sp>
        <p:nvSpPr>
          <p:cNvPr id="2" name="cover">
            <a:extLst xmlns:a="http://schemas.openxmlformats.org/drawingml/2006/main">
              <a:ext uri="{FF2B5EF4-FFF2-40B4-BE49-F238E27FC236}">
                <a16:creationId xmlns:a16="http://schemas.microsoft.com/office/drawing/2014/main" id="{906BAA4E-C972-44A9-97AA-B51FB7B93530}"/>
              </a:ext>
            </a:extLst>
          </p:cNvPr>
          <p:cNvSpPr>
            <a:spLocks xmlns:a="http://schemas.openxmlformats.org/drawingml/2006/main" noGrp="1"/>
          </p:cNvSpPr>
          <p:nvPr/>
        </p:nvSpPr>
        <p:spPr>
          <a:xfrm xmlns:a="http://schemas.openxmlformats.org/drawingml/2006/main">
            <a:off x="457200" y="1952625"/>
            <a:ext cx="10668000" cy="1762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4125" b="1">
                <a:solidFill>
                  <a:srgbClr val="111111"/>
                </a:solidFill>
                <a:latin typeface="Helvetica Neue"/>
                <a:ea typeface="Helvetica Neue"/>
                <a:cs typeface="Helvetica Neue"/>
              </a:defRPr>
            </a:pPr>
            <a:r>
              <a:rPr sz="4125" b="1">
                <a:solidFill>
                  <a:srgbClr val="111111"/>
                </a:solidFill>
                <a:latin typeface="Helvetica Neue"/>
                <a:ea typeface="Helvetica Neue"/>
                <a:cs typeface="Helvetica Neue"/>
              </a:rPr>
              <a:t>編集履歴を次回の台本生成に反映すると、</a:t>
            </a:r>
          </a:p>
          <a:p xmlns:a="http://schemas.openxmlformats.org/drawingml/2006/main">
            <a:pPr algn="l">
              <a:defRPr sz="4125" b="1">
                <a:solidFill>
                  <a:srgbClr val="111111"/>
                </a:solidFill>
                <a:latin typeface="Helvetica Neue"/>
                <a:ea typeface="Helvetica Neue"/>
                <a:cs typeface="Helvetica Neue"/>
              </a:defRPr>
            </a:pPr>
            <a:r>
              <a:rPr sz="4125" b="1">
                <a:solidFill>
                  <a:srgbClr val="111111"/>
                </a:solidFill>
                <a:latin typeface="Helvetica Neue"/>
                <a:ea typeface="Helvetica Neue"/>
                <a:cs typeface="Helvetica Neue"/>
              </a:rPr>
              <a:t>ユーザの編集量は減るか</a:t>
            </a:r>
          </a:p>
        </p:txBody>
      </p:sp>
      <p:sp>
        <p:nvSpPr>
          <p:cNvPr id="3" name="sub">
            <a:extLst xmlns:a="http://schemas.openxmlformats.org/drawingml/2006/main">
              <a:ext uri="{FF2B5EF4-FFF2-40B4-BE49-F238E27FC236}">
                <a16:creationId xmlns:a16="http://schemas.microsoft.com/office/drawing/2014/main" id="{B84218F5-E187-440A-8520-D4DFEAAC5B93}"/>
              </a:ext>
            </a:extLst>
          </p:cNvPr>
          <p:cNvSpPr>
            <a:spLocks xmlns:a="http://schemas.openxmlformats.org/drawingml/2006/main" noGrp="1"/>
          </p:cNvSpPr>
          <p:nvPr/>
        </p:nvSpPr>
        <p:spPr>
          <a:xfrm xmlns:a="http://schemas.openxmlformats.org/drawingml/2006/main">
            <a:off x="457200" y="4810125"/>
            <a:ext cx="666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25" b="0">
                <a:solidFill>
                  <a:srgbClr val="111111"/>
                </a:solidFill>
                <a:latin typeface="Helvetica Neue"/>
                <a:ea typeface="Helvetica Neue"/>
                <a:cs typeface="Helvetica Neue"/>
              </a:defRPr>
            </a:pPr>
            <a:r>
              <a:rPr sz="2025" b="0">
                <a:solidFill>
                  <a:srgbClr val="111111"/>
                </a:solidFill>
                <a:latin typeface="Helvetica Neue"/>
                <a:ea typeface="Helvetica Neue"/>
                <a:cs typeface="Helvetica Neue"/>
              </a:rPr>
              <a:t>4種類の好みによる予備実験</a:t>
            </a:r>
          </a:p>
        </p:txBody>
      </p:sp>
    </p:spTree>
    <p:extLst>
      <p:ext uri="{BB962C8B-B14F-4D97-AF65-F5344CB8AC3E}">
        <p14:creationId xmlns:p14="http://schemas.microsoft.com/office/powerpoint/2010/main" val="3108157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itle-2">
            <a:extLst xmlns:a="http://schemas.openxmlformats.org/drawingml/2006/main">
              <a:ext uri="{FF2B5EF4-FFF2-40B4-BE49-F238E27FC236}">
                <a16:creationId xmlns:a16="http://schemas.microsoft.com/office/drawing/2014/main" id="{28BC709E-70C7-4EFC-8835-2A73FFBFA4B8}"/>
              </a:ext>
            </a:extLst>
          </p:cNvPr>
          <p:cNvSpPr>
            <a:spLocks xmlns:a="http://schemas.openxmlformats.org/drawingml/2006/main" noGrp="1"/>
          </p:cNvSpPr>
          <p:nvPr/>
        </p:nvSpPr>
        <p:spPr>
          <a:xfrm xmlns:a="http://schemas.openxmlformats.org/drawingml/2006/main">
            <a:off x="457200" y="333375"/>
            <a:ext cx="10810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111"/>
                </a:solidFill>
                <a:latin typeface="Helvetica Neue"/>
                <a:ea typeface="Helvetica Neue"/>
                <a:cs typeface="Helvetica Neue"/>
              </a:defRPr>
            </a:pPr>
            <a:r>
              <a:rPr sz="2850" b="1">
                <a:solidFill>
                  <a:srgbClr val="111111"/>
                </a:solidFill>
                <a:latin typeface="Helvetica Neue"/>
                <a:ea typeface="Helvetica Neue"/>
                <a:cs typeface="Helvetica Neue"/>
              </a:rPr>
              <a:t>今回試したこと</a:t>
            </a:r>
          </a:p>
        </p:txBody>
      </p:sp>
      <p:sp>
        <p:nvSpPr>
          <p:cNvPr id="2" name="page-2">
            <a:extLst xmlns:a="http://schemas.openxmlformats.org/drawingml/2006/main">
              <a:ext uri="{FF2B5EF4-FFF2-40B4-BE49-F238E27FC236}">
                <a16:creationId xmlns:a16="http://schemas.microsoft.com/office/drawing/2014/main" id="{4F583A38-10DA-43C5-BBE0-6459B93904BA}"/>
              </a:ext>
            </a:extLst>
          </p:cNvPr>
          <p:cNvSpPr>
            <a:spLocks xmlns:a="http://schemas.openxmlformats.org/drawingml/2006/main" noGrp="1"/>
          </p:cNvSpPr>
          <p:nvPr/>
        </p:nvSpPr>
        <p:spPr>
          <a:xfrm xmlns:a="http://schemas.openxmlformats.org/drawingml/2006/main">
            <a:off x="11334750" y="6334125"/>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61666E"/>
                </a:solidFill>
                <a:latin typeface="Helvetica Neue"/>
                <a:ea typeface="Helvetica Neue"/>
                <a:cs typeface="Helvetica Neue"/>
              </a:defRPr>
            </a:pPr>
            <a:r>
              <a:rPr sz="975" b="0">
                <a:solidFill>
                  <a:srgbClr val="61666E"/>
                </a:solidFill>
                <a:latin typeface="Helvetica Neue"/>
                <a:ea typeface="Helvetica Neue"/>
                <a:cs typeface="Helvetica Neue"/>
              </a:rPr>
              <a:t>2</a:t>
            </a:r>
          </a:p>
        </p:txBody>
      </p:sp>
      <p:sp>
        <p:nvSpPr>
          <p:cNvPr id="3" name="a1">
            <a:extLst xmlns:a="http://schemas.openxmlformats.org/drawingml/2006/main">
              <a:ext uri="{FF2B5EF4-FFF2-40B4-BE49-F238E27FC236}">
                <a16:creationId xmlns:a16="http://schemas.microsoft.com/office/drawing/2014/main" id="{62DDAD36-1044-4439-8E46-4DF56C86C61B}"/>
              </a:ext>
            </a:extLst>
          </p:cNvPr>
          <p:cNvSpPr>
            <a:spLocks xmlns:a="http://schemas.openxmlformats.org/drawingml/2006/main" noGrp="1"/>
          </p:cNvSpPr>
          <p:nvPr/>
        </p:nvSpPr>
        <p:spPr>
          <a:xfrm xmlns:a="http://schemas.openxmlformats.org/drawingml/2006/main">
            <a:off x="2619375" y="3209925"/>
            <a:ext cx="1000125" cy="381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4" name="a2">
            <a:extLst xmlns:a="http://schemas.openxmlformats.org/drawingml/2006/main">
              <a:ext uri="{FF2B5EF4-FFF2-40B4-BE49-F238E27FC236}">
                <a16:creationId xmlns:a16="http://schemas.microsoft.com/office/drawing/2014/main" id="{EE5D0010-CE55-4D28-A406-9B7FB57FAF06}"/>
              </a:ext>
            </a:extLst>
          </p:cNvPr>
          <p:cNvSpPr>
            <a:spLocks xmlns:a="http://schemas.openxmlformats.org/drawingml/2006/main" noGrp="1"/>
          </p:cNvSpPr>
          <p:nvPr/>
        </p:nvSpPr>
        <p:spPr>
          <a:xfrm xmlns:a="http://schemas.openxmlformats.org/drawingml/2006/main">
            <a:off x="5572125" y="3209925"/>
            <a:ext cx="1000125" cy="381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5" name="a3">
            <a:extLst xmlns:a="http://schemas.openxmlformats.org/drawingml/2006/main">
              <a:ext uri="{FF2B5EF4-FFF2-40B4-BE49-F238E27FC236}">
                <a16:creationId xmlns:a16="http://schemas.microsoft.com/office/drawing/2014/main" id="{280D5A12-A79B-4D22-946A-C235E83D6D52}"/>
              </a:ext>
            </a:extLst>
          </p:cNvPr>
          <p:cNvSpPr>
            <a:spLocks xmlns:a="http://schemas.openxmlformats.org/drawingml/2006/main" noGrp="1"/>
          </p:cNvSpPr>
          <p:nvPr/>
        </p:nvSpPr>
        <p:spPr>
          <a:xfrm xmlns:a="http://schemas.openxmlformats.org/drawingml/2006/main">
            <a:off x="8524875" y="3209925"/>
            <a:ext cx="1000125" cy="381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6" name="flow-0">
            <a:extLst xmlns:a="http://schemas.openxmlformats.org/drawingml/2006/main">
              <a:ext uri="{FF2B5EF4-FFF2-40B4-BE49-F238E27FC236}">
                <a16:creationId xmlns:a16="http://schemas.microsoft.com/office/drawing/2014/main" id="{73A3F931-4922-49D2-A06F-A12B77806192}"/>
              </a:ext>
            </a:extLst>
          </p:cNvPr>
          <p:cNvSpPr>
            <a:spLocks xmlns:a="http://schemas.openxmlformats.org/drawingml/2006/main" noGrp="1"/>
          </p:cNvSpPr>
          <p:nvPr/>
        </p:nvSpPr>
        <p:spPr>
          <a:xfrm xmlns:a="http://schemas.openxmlformats.org/drawingml/2006/main">
            <a:off x="523875" y="2143125"/>
            <a:ext cx="2286000" cy="21907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7" name="fh-0">
            <a:extLst xmlns:a="http://schemas.openxmlformats.org/drawingml/2006/main">
              <a:ext uri="{FF2B5EF4-FFF2-40B4-BE49-F238E27FC236}">
                <a16:creationId xmlns:a16="http://schemas.microsoft.com/office/drawing/2014/main" id="{DEDD0FD6-629C-4065-AB35-7D5A03AA2853}"/>
              </a:ext>
            </a:extLst>
          </p:cNvPr>
          <p:cNvSpPr>
            <a:spLocks xmlns:a="http://schemas.openxmlformats.org/drawingml/2006/main" noGrp="1"/>
          </p:cNvSpPr>
          <p:nvPr/>
        </p:nvSpPr>
        <p:spPr>
          <a:xfrm xmlns:a="http://schemas.openxmlformats.org/drawingml/2006/main">
            <a:off x="714375" y="2428875"/>
            <a:ext cx="1905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111111"/>
                </a:solidFill>
                <a:latin typeface="Helvetica Neue"/>
                <a:ea typeface="Helvetica Neue"/>
                <a:cs typeface="Helvetica Neue"/>
              </a:defRPr>
            </a:pPr>
            <a:r>
              <a:rPr sz="1800" b="1">
                <a:solidFill>
                  <a:srgbClr val="111111"/>
                </a:solidFill>
                <a:latin typeface="Helvetica Neue"/>
                <a:ea typeface="Helvetica Neue"/>
                <a:cs typeface="Helvetica Neue"/>
              </a:rPr>
              <a:t>① 台本を生成</a:t>
            </a:r>
          </a:p>
        </p:txBody>
      </p:sp>
      <p:sp>
        <p:nvSpPr>
          <p:cNvPr id="8" name="fb-0">
            <a:extLst xmlns:a="http://schemas.openxmlformats.org/drawingml/2006/main">
              <a:ext uri="{FF2B5EF4-FFF2-40B4-BE49-F238E27FC236}">
                <a16:creationId xmlns:a16="http://schemas.microsoft.com/office/drawing/2014/main" id="{F7993ABC-DC92-4ADA-B023-792007A77B2B}"/>
              </a:ext>
            </a:extLst>
          </p:cNvPr>
          <p:cNvSpPr>
            <a:spLocks xmlns:a="http://schemas.openxmlformats.org/drawingml/2006/main" noGrp="1"/>
          </p:cNvSpPr>
          <p:nvPr/>
        </p:nvSpPr>
        <p:spPr>
          <a:xfrm xmlns:a="http://schemas.openxmlformats.org/drawingml/2006/main">
            <a:off x="714375" y="3238500"/>
            <a:ext cx="1905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最初は好みの情報なし</a:t>
            </a:r>
          </a:p>
        </p:txBody>
      </p:sp>
      <p:sp>
        <p:nvSpPr>
          <p:cNvPr id="9" name="flow-1">
            <a:extLst xmlns:a="http://schemas.openxmlformats.org/drawingml/2006/main">
              <a:ext uri="{FF2B5EF4-FFF2-40B4-BE49-F238E27FC236}">
                <a16:creationId xmlns:a16="http://schemas.microsoft.com/office/drawing/2014/main" id="{A1B95A95-EFC7-478B-8345-981F75690444}"/>
              </a:ext>
            </a:extLst>
          </p:cNvPr>
          <p:cNvSpPr>
            <a:spLocks xmlns:a="http://schemas.openxmlformats.org/drawingml/2006/main" noGrp="1"/>
          </p:cNvSpPr>
          <p:nvPr/>
        </p:nvSpPr>
        <p:spPr>
          <a:xfrm xmlns:a="http://schemas.openxmlformats.org/drawingml/2006/main">
            <a:off x="3476625" y="2143125"/>
            <a:ext cx="2286000" cy="21907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0" name="fh-1">
            <a:extLst xmlns:a="http://schemas.openxmlformats.org/drawingml/2006/main">
              <a:ext uri="{FF2B5EF4-FFF2-40B4-BE49-F238E27FC236}">
                <a16:creationId xmlns:a16="http://schemas.microsoft.com/office/drawing/2014/main" id="{3FD3C44A-EDD1-42D7-A5D1-0F34719A4947}"/>
              </a:ext>
            </a:extLst>
          </p:cNvPr>
          <p:cNvSpPr>
            <a:spLocks xmlns:a="http://schemas.openxmlformats.org/drawingml/2006/main" noGrp="1"/>
          </p:cNvSpPr>
          <p:nvPr/>
        </p:nvSpPr>
        <p:spPr>
          <a:xfrm xmlns:a="http://schemas.openxmlformats.org/drawingml/2006/main">
            <a:off x="3667125" y="2428875"/>
            <a:ext cx="1905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111111"/>
                </a:solidFill>
                <a:latin typeface="Helvetica Neue"/>
                <a:ea typeface="Helvetica Neue"/>
                <a:cs typeface="Helvetica Neue"/>
              </a:defRPr>
            </a:pPr>
            <a:r>
              <a:rPr sz="1800" b="1">
                <a:solidFill>
                  <a:srgbClr val="111111"/>
                </a:solidFill>
                <a:latin typeface="Helvetica Neue"/>
                <a:ea typeface="Helvetica Neue"/>
                <a:cs typeface="Helvetica Neue"/>
              </a:rPr>
              <a:t>② 好みに沿って編集</a:t>
            </a:r>
          </a:p>
        </p:txBody>
      </p:sp>
      <p:sp>
        <p:nvSpPr>
          <p:cNvPr id="11" name="fb-1">
            <a:extLst xmlns:a="http://schemas.openxmlformats.org/drawingml/2006/main">
              <a:ext uri="{FF2B5EF4-FFF2-40B4-BE49-F238E27FC236}">
                <a16:creationId xmlns:a16="http://schemas.microsoft.com/office/drawing/2014/main" id="{F9C43DE8-018C-4109-A5C5-EC989D9B8294}"/>
              </a:ext>
            </a:extLst>
          </p:cNvPr>
          <p:cNvSpPr>
            <a:spLocks xmlns:a="http://schemas.openxmlformats.org/drawingml/2006/main" noGrp="1"/>
          </p:cNvSpPr>
          <p:nvPr/>
        </p:nvSpPr>
        <p:spPr>
          <a:xfrm xmlns:a="http://schemas.openxmlformats.org/drawingml/2006/main">
            <a:off x="3667125" y="3238500"/>
            <a:ext cx="1905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違和感がある文だけ変更</a:t>
            </a:r>
          </a:p>
        </p:txBody>
      </p:sp>
      <p:sp>
        <p:nvSpPr>
          <p:cNvPr id="12" name="flow-2">
            <a:extLst xmlns:a="http://schemas.openxmlformats.org/drawingml/2006/main">
              <a:ext uri="{FF2B5EF4-FFF2-40B4-BE49-F238E27FC236}">
                <a16:creationId xmlns:a16="http://schemas.microsoft.com/office/drawing/2014/main" id="{74D70F5B-771C-461A-8DD2-A88E1E8CA06A}"/>
              </a:ext>
            </a:extLst>
          </p:cNvPr>
          <p:cNvSpPr>
            <a:spLocks xmlns:a="http://schemas.openxmlformats.org/drawingml/2006/main" noGrp="1"/>
          </p:cNvSpPr>
          <p:nvPr/>
        </p:nvSpPr>
        <p:spPr>
          <a:xfrm xmlns:a="http://schemas.openxmlformats.org/drawingml/2006/main">
            <a:off x="6429375" y="2143125"/>
            <a:ext cx="2286000" cy="21907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3" name="fh-2">
            <a:extLst xmlns:a="http://schemas.openxmlformats.org/drawingml/2006/main">
              <a:ext uri="{FF2B5EF4-FFF2-40B4-BE49-F238E27FC236}">
                <a16:creationId xmlns:a16="http://schemas.microsoft.com/office/drawing/2014/main" id="{89631A44-D858-4544-A129-81D44E92352B}"/>
              </a:ext>
            </a:extLst>
          </p:cNvPr>
          <p:cNvSpPr>
            <a:spLocks xmlns:a="http://schemas.openxmlformats.org/drawingml/2006/main" noGrp="1"/>
          </p:cNvSpPr>
          <p:nvPr/>
        </p:nvSpPr>
        <p:spPr>
          <a:xfrm xmlns:a="http://schemas.openxmlformats.org/drawingml/2006/main">
            <a:off x="6619875" y="2428875"/>
            <a:ext cx="1905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2677"/>
          </a:bodyPr>
          <a:lstStyle xmlns:a="http://schemas.openxmlformats.org/drawingml/2006/main"/>
          <a:p xmlns:a="http://schemas.openxmlformats.org/drawingml/2006/main">
            <a:pPr algn="l">
              <a:defRPr sz="1800" b="1">
                <a:solidFill>
                  <a:srgbClr val="111111"/>
                </a:solidFill>
                <a:latin typeface="Helvetica Neue"/>
                <a:ea typeface="Helvetica Neue"/>
                <a:cs typeface="Helvetica Neue"/>
              </a:defRPr>
            </a:pPr>
            <a:r>
              <a:rPr sz="1800" b="1">
                <a:solidFill>
                  <a:srgbClr val="111111"/>
                </a:solidFill>
                <a:latin typeface="Helvetica Neue"/>
                <a:ea typeface="Helvetica Neue"/>
                <a:cs typeface="Helvetica Neue"/>
              </a:rPr>
              <a:t>③ 編集から好みを抽出</a:t>
            </a:r>
          </a:p>
        </p:txBody>
      </p:sp>
      <p:sp>
        <p:nvSpPr>
          <p:cNvPr id="14" name="fb-2">
            <a:extLst xmlns:a="http://schemas.openxmlformats.org/drawingml/2006/main">
              <a:ext uri="{FF2B5EF4-FFF2-40B4-BE49-F238E27FC236}">
                <a16:creationId xmlns:a16="http://schemas.microsoft.com/office/drawing/2014/main" id="{01419183-1959-4148-82B2-15C4D6C39099}"/>
              </a:ext>
            </a:extLst>
          </p:cNvPr>
          <p:cNvSpPr>
            <a:spLocks xmlns:a="http://schemas.openxmlformats.org/drawingml/2006/main" noGrp="1"/>
          </p:cNvSpPr>
          <p:nvPr/>
        </p:nvSpPr>
        <p:spPr>
          <a:xfrm xmlns:a="http://schemas.openxmlformats.org/drawingml/2006/main">
            <a:off x="6619875" y="3238500"/>
            <a:ext cx="1905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編集前後の差をもとに推定</a:t>
            </a:r>
          </a:p>
        </p:txBody>
      </p:sp>
      <p:sp>
        <p:nvSpPr>
          <p:cNvPr id="15" name="flow-3">
            <a:extLst xmlns:a="http://schemas.openxmlformats.org/drawingml/2006/main">
              <a:ext uri="{FF2B5EF4-FFF2-40B4-BE49-F238E27FC236}">
                <a16:creationId xmlns:a16="http://schemas.microsoft.com/office/drawing/2014/main" id="{3294A32F-114F-4138-AB5E-033065DD3C62}"/>
              </a:ext>
            </a:extLst>
          </p:cNvPr>
          <p:cNvSpPr>
            <a:spLocks xmlns:a="http://schemas.openxmlformats.org/drawingml/2006/main" noGrp="1"/>
          </p:cNvSpPr>
          <p:nvPr/>
        </p:nvSpPr>
        <p:spPr>
          <a:xfrm xmlns:a="http://schemas.openxmlformats.org/drawingml/2006/main">
            <a:off x="9382125" y="2143125"/>
            <a:ext cx="2286000" cy="21907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6" name="fh-3">
            <a:extLst xmlns:a="http://schemas.openxmlformats.org/drawingml/2006/main">
              <a:ext uri="{FF2B5EF4-FFF2-40B4-BE49-F238E27FC236}">
                <a16:creationId xmlns:a16="http://schemas.microsoft.com/office/drawing/2014/main" id="{ECDC0E62-8617-4F6D-81E9-9B06A25694AE}"/>
              </a:ext>
            </a:extLst>
          </p:cNvPr>
          <p:cNvSpPr>
            <a:spLocks xmlns:a="http://schemas.openxmlformats.org/drawingml/2006/main" noGrp="1"/>
          </p:cNvSpPr>
          <p:nvPr/>
        </p:nvSpPr>
        <p:spPr>
          <a:xfrm xmlns:a="http://schemas.openxmlformats.org/drawingml/2006/main">
            <a:off x="9572625" y="2428875"/>
            <a:ext cx="1905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111111"/>
                </a:solidFill>
                <a:latin typeface="Helvetica Neue"/>
                <a:ea typeface="Helvetica Neue"/>
                <a:cs typeface="Helvetica Neue"/>
              </a:defRPr>
            </a:pPr>
            <a:r>
              <a:rPr sz="1800" b="1">
                <a:solidFill>
                  <a:srgbClr val="111111"/>
                </a:solidFill>
                <a:latin typeface="Helvetica Neue"/>
                <a:ea typeface="Helvetica Neue"/>
                <a:cs typeface="Helvetica Neue"/>
              </a:rPr>
              <a:t>④ 次回生成に反映</a:t>
            </a:r>
          </a:p>
        </p:txBody>
      </p:sp>
      <p:sp>
        <p:nvSpPr>
          <p:cNvPr id="17" name="fb-3">
            <a:extLst xmlns:a="http://schemas.openxmlformats.org/drawingml/2006/main">
              <a:ext uri="{FF2B5EF4-FFF2-40B4-BE49-F238E27FC236}">
                <a16:creationId xmlns:a16="http://schemas.microsoft.com/office/drawing/2014/main" id="{B097CB2C-5055-4AAF-AF40-083C5BC6C0C4}"/>
              </a:ext>
            </a:extLst>
          </p:cNvPr>
          <p:cNvSpPr>
            <a:spLocks xmlns:a="http://schemas.openxmlformats.org/drawingml/2006/main" noGrp="1"/>
          </p:cNvSpPr>
          <p:nvPr/>
        </p:nvSpPr>
        <p:spPr>
          <a:xfrm xmlns:a="http://schemas.openxmlformats.org/drawingml/2006/main">
            <a:off x="9572625" y="3238500"/>
            <a:ext cx="1905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抽出した好みを指示として追加</a:t>
            </a:r>
          </a:p>
        </p:txBody>
      </p:sp>
      <p:sp>
        <p:nvSpPr>
          <p:cNvPr id="18" name="flow-foot">
            <a:extLst xmlns:a="http://schemas.openxmlformats.org/drawingml/2006/main">
              <a:ext uri="{FF2B5EF4-FFF2-40B4-BE49-F238E27FC236}">
                <a16:creationId xmlns:a16="http://schemas.microsoft.com/office/drawing/2014/main" id="{FB5DB15D-18AC-42DC-9BB3-F7E2CF409E33}"/>
              </a:ext>
            </a:extLst>
          </p:cNvPr>
          <p:cNvSpPr>
            <a:spLocks xmlns:a="http://schemas.openxmlformats.org/drawingml/2006/main" noGrp="1"/>
          </p:cNvSpPr>
          <p:nvPr/>
        </p:nvSpPr>
        <p:spPr>
          <a:xfrm xmlns:a="http://schemas.openxmlformats.org/drawingml/2006/main">
            <a:off x="1619250" y="5143500"/>
            <a:ext cx="8953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950" b="1">
                <a:solidFill>
                  <a:srgbClr val="111111"/>
                </a:solidFill>
                <a:latin typeface="Helvetica Neue"/>
                <a:ea typeface="Helvetica Neue"/>
                <a:cs typeface="Helvetica Neue"/>
              </a:defRPr>
            </a:pPr>
            <a:r>
              <a:rPr sz="1950" b="1">
                <a:solidFill>
                  <a:srgbClr val="111111"/>
                </a:solidFill>
                <a:latin typeface="Helvetica Neue"/>
                <a:ea typeface="Helvetica Neue"/>
                <a:cs typeface="Helvetica Neue"/>
              </a:rPr>
              <a:t>確認したいこと：2回目以降の台本が、編集前からユーザの好みに近づくか</a:t>
            </a:r>
          </a:p>
        </p:txBody>
      </p:sp>
    </p:spTree>
    <p:extLst>
      <p:ext uri="{BB962C8B-B14F-4D97-AF65-F5344CB8AC3E}">
        <p14:creationId xmlns:p14="http://schemas.microsoft.com/office/powerpoint/2010/main" val="47036515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title-3">
            <a:extLst xmlns:a="http://schemas.openxmlformats.org/drawingml/2006/main">
              <a:ext uri="{FF2B5EF4-FFF2-40B4-BE49-F238E27FC236}">
                <a16:creationId xmlns:a16="http://schemas.microsoft.com/office/drawing/2014/main" id="{DBD4B99B-A5AF-4038-91E0-EFF328893BB2}"/>
              </a:ext>
            </a:extLst>
          </p:cNvPr>
          <p:cNvSpPr>
            <a:spLocks xmlns:a="http://schemas.openxmlformats.org/drawingml/2006/main" noGrp="1"/>
          </p:cNvSpPr>
          <p:nvPr/>
        </p:nvSpPr>
        <p:spPr>
          <a:xfrm xmlns:a="http://schemas.openxmlformats.org/drawingml/2006/main">
            <a:off x="457200" y="333375"/>
            <a:ext cx="10810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111"/>
                </a:solidFill>
                <a:latin typeface="Helvetica Neue"/>
                <a:ea typeface="Helvetica Neue"/>
                <a:cs typeface="Helvetica Neue"/>
              </a:defRPr>
            </a:pPr>
            <a:r>
              <a:rPr sz="2850" b="1">
                <a:solidFill>
                  <a:srgbClr val="111111"/>
                </a:solidFill>
                <a:latin typeface="Helvetica Neue"/>
                <a:ea typeface="Helvetica Neue"/>
                <a:cs typeface="Helvetica Neue"/>
              </a:rPr>
              <a:t>4種類の好みを、3回の連続利用で調べた</a:t>
            </a:r>
          </a:p>
        </p:txBody>
      </p:sp>
      <p:sp>
        <p:nvSpPr>
          <p:cNvPr id="2" name="page-3">
            <a:extLst xmlns:a="http://schemas.openxmlformats.org/drawingml/2006/main">
              <a:ext uri="{FF2B5EF4-FFF2-40B4-BE49-F238E27FC236}">
                <a16:creationId xmlns:a16="http://schemas.microsoft.com/office/drawing/2014/main" id="{47CF6183-EAFE-4A25-BFA0-94664E61BF31}"/>
              </a:ext>
            </a:extLst>
          </p:cNvPr>
          <p:cNvSpPr>
            <a:spLocks xmlns:a="http://schemas.openxmlformats.org/drawingml/2006/main" noGrp="1"/>
          </p:cNvSpPr>
          <p:nvPr/>
        </p:nvSpPr>
        <p:spPr>
          <a:xfrm xmlns:a="http://schemas.openxmlformats.org/drawingml/2006/main">
            <a:off x="11334750" y="6334125"/>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61666E"/>
                </a:solidFill>
                <a:latin typeface="Helvetica Neue"/>
                <a:ea typeface="Helvetica Neue"/>
                <a:cs typeface="Helvetica Neue"/>
              </a:defRPr>
            </a:pPr>
            <a:r>
              <a:rPr sz="975" b="0">
                <a:solidFill>
                  <a:srgbClr val="61666E"/>
                </a:solidFill>
                <a:latin typeface="Helvetica Neue"/>
                <a:ea typeface="Helvetica Neue"/>
                <a:cs typeface="Helvetica Neue"/>
              </a:rPr>
              <a:t>3</a:t>
            </a:r>
          </a:p>
        </p:txBody>
      </p:sp>
      <p:sp>
        <p:nvSpPr>
          <p:cNvPr id="3" name="p-0">
            <a:extLst xmlns:a="http://schemas.openxmlformats.org/drawingml/2006/main">
              <a:ext uri="{FF2B5EF4-FFF2-40B4-BE49-F238E27FC236}">
                <a16:creationId xmlns:a16="http://schemas.microsoft.com/office/drawing/2014/main" id="{4281AEE8-2042-43B0-938D-CDBAD91BABD3}"/>
              </a:ext>
            </a:extLst>
          </p:cNvPr>
          <p:cNvSpPr>
            <a:spLocks xmlns:a="http://schemas.openxmlformats.org/drawingml/2006/main" noGrp="1"/>
          </p:cNvSpPr>
          <p:nvPr/>
        </p:nvSpPr>
        <p:spPr>
          <a:xfrm xmlns:a="http://schemas.openxmlformats.org/drawingml/2006/main">
            <a:off x="571500" y="1381125"/>
            <a:ext cx="238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定義を補う</a:t>
            </a:r>
          </a:p>
        </p:txBody>
      </p:sp>
      <p:sp>
        <p:nvSpPr>
          <p:cNvPr id="4" name="pr-0">
            <a:extLst xmlns:a="http://schemas.openxmlformats.org/drawingml/2006/main">
              <a:ext uri="{FF2B5EF4-FFF2-40B4-BE49-F238E27FC236}">
                <a16:creationId xmlns:a16="http://schemas.microsoft.com/office/drawing/2014/main" id="{E31329F3-9C6E-405E-98E0-7FBE6E8A68A6}"/>
              </a:ext>
            </a:extLst>
          </p:cNvPr>
          <p:cNvSpPr>
            <a:spLocks xmlns:a="http://schemas.openxmlformats.org/drawingml/2006/main" noGrp="1"/>
          </p:cNvSpPr>
          <p:nvPr/>
        </p:nvSpPr>
        <p:spPr>
          <a:xfrm xmlns:a="http://schemas.openxmlformats.org/drawingml/2006/main">
            <a:off x="571500" y="1905000"/>
            <a:ext cx="2238375" cy="2857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5" name="p-1">
            <a:extLst xmlns:a="http://schemas.openxmlformats.org/drawingml/2006/main">
              <a:ext uri="{FF2B5EF4-FFF2-40B4-BE49-F238E27FC236}">
                <a16:creationId xmlns:a16="http://schemas.microsoft.com/office/drawing/2014/main" id="{82735F02-403F-47AF-9873-2448D5FE8585}"/>
              </a:ext>
            </a:extLst>
          </p:cNvPr>
          <p:cNvSpPr>
            <a:spLocks xmlns:a="http://schemas.openxmlformats.org/drawingml/2006/main" noGrp="1"/>
          </p:cNvSpPr>
          <p:nvPr/>
        </p:nvSpPr>
        <p:spPr>
          <a:xfrm xmlns:a="http://schemas.openxmlformats.org/drawingml/2006/main">
            <a:off x="3429000" y="1381125"/>
            <a:ext cx="238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具体例を加える</a:t>
            </a:r>
          </a:p>
        </p:txBody>
      </p:sp>
      <p:sp>
        <p:nvSpPr>
          <p:cNvPr id="6" name="pr-1">
            <a:extLst xmlns:a="http://schemas.openxmlformats.org/drawingml/2006/main">
              <a:ext uri="{FF2B5EF4-FFF2-40B4-BE49-F238E27FC236}">
                <a16:creationId xmlns:a16="http://schemas.microsoft.com/office/drawing/2014/main" id="{197974ED-9926-40B2-9078-C2FB12BBEDBB}"/>
              </a:ext>
            </a:extLst>
          </p:cNvPr>
          <p:cNvSpPr>
            <a:spLocks xmlns:a="http://schemas.openxmlformats.org/drawingml/2006/main" noGrp="1"/>
          </p:cNvSpPr>
          <p:nvPr/>
        </p:nvSpPr>
        <p:spPr>
          <a:xfrm xmlns:a="http://schemas.openxmlformats.org/drawingml/2006/main">
            <a:off x="3429000" y="1905000"/>
            <a:ext cx="2238375" cy="2857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7" name="p-2">
            <a:extLst xmlns:a="http://schemas.openxmlformats.org/drawingml/2006/main">
              <a:ext uri="{FF2B5EF4-FFF2-40B4-BE49-F238E27FC236}">
                <a16:creationId xmlns:a16="http://schemas.microsoft.com/office/drawing/2014/main" id="{F41271B6-8CB1-4572-9BC8-7661D5431436}"/>
              </a:ext>
            </a:extLst>
          </p:cNvPr>
          <p:cNvSpPr>
            <a:spLocks xmlns:a="http://schemas.openxmlformats.org/drawingml/2006/main" noGrp="1"/>
          </p:cNvSpPr>
          <p:nvPr/>
        </p:nvSpPr>
        <p:spPr>
          <a:xfrm xmlns:a="http://schemas.openxmlformats.org/drawingml/2006/main">
            <a:off x="6286500" y="1381125"/>
            <a:ext cx="238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結論から話す</a:t>
            </a:r>
          </a:p>
        </p:txBody>
      </p:sp>
      <p:sp>
        <p:nvSpPr>
          <p:cNvPr id="8" name="pr-2">
            <a:extLst xmlns:a="http://schemas.openxmlformats.org/drawingml/2006/main">
              <a:ext uri="{FF2B5EF4-FFF2-40B4-BE49-F238E27FC236}">
                <a16:creationId xmlns:a16="http://schemas.microsoft.com/office/drawing/2014/main" id="{F8444D7C-E653-44F3-9D4B-7D0A46B32B0C}"/>
              </a:ext>
            </a:extLst>
          </p:cNvPr>
          <p:cNvSpPr>
            <a:spLocks xmlns:a="http://schemas.openxmlformats.org/drawingml/2006/main" noGrp="1"/>
          </p:cNvSpPr>
          <p:nvPr/>
        </p:nvSpPr>
        <p:spPr>
          <a:xfrm xmlns:a="http://schemas.openxmlformats.org/drawingml/2006/main">
            <a:off x="6286500" y="1905000"/>
            <a:ext cx="2238375" cy="2857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9" name="p-3">
            <a:extLst xmlns:a="http://schemas.openxmlformats.org/drawingml/2006/main">
              <a:ext uri="{FF2B5EF4-FFF2-40B4-BE49-F238E27FC236}">
                <a16:creationId xmlns:a16="http://schemas.microsoft.com/office/drawing/2014/main" id="{25504FAD-0AA3-477F-97CC-6108BC1F5546}"/>
              </a:ext>
            </a:extLst>
          </p:cNvPr>
          <p:cNvSpPr>
            <a:spLocks xmlns:a="http://schemas.openxmlformats.org/drawingml/2006/main" noGrp="1"/>
          </p:cNvSpPr>
          <p:nvPr/>
        </p:nvSpPr>
        <p:spPr>
          <a:xfrm xmlns:a="http://schemas.openxmlformats.org/drawingml/2006/main">
            <a:off x="9144000" y="1381125"/>
            <a:ext cx="238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簡潔にする</a:t>
            </a:r>
          </a:p>
        </p:txBody>
      </p:sp>
      <p:sp>
        <p:nvSpPr>
          <p:cNvPr id="10" name="pr-3">
            <a:extLst xmlns:a="http://schemas.openxmlformats.org/drawingml/2006/main">
              <a:ext uri="{FF2B5EF4-FFF2-40B4-BE49-F238E27FC236}">
                <a16:creationId xmlns:a16="http://schemas.microsoft.com/office/drawing/2014/main" id="{D0C1D640-8D23-4171-B452-406EFC20DD96}"/>
              </a:ext>
            </a:extLst>
          </p:cNvPr>
          <p:cNvSpPr>
            <a:spLocks xmlns:a="http://schemas.openxmlformats.org/drawingml/2006/main" noGrp="1"/>
          </p:cNvSpPr>
          <p:nvPr/>
        </p:nvSpPr>
        <p:spPr>
          <a:xfrm xmlns:a="http://schemas.openxmlformats.org/drawingml/2006/main">
            <a:off x="9144000" y="1905000"/>
            <a:ext cx="2238375" cy="2857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1" name="rh-0">
            <a:extLst xmlns:a="http://schemas.openxmlformats.org/drawingml/2006/main">
              <a:ext uri="{FF2B5EF4-FFF2-40B4-BE49-F238E27FC236}">
                <a16:creationId xmlns:a16="http://schemas.microsoft.com/office/drawing/2014/main" id="{E8E47597-D6B3-40A5-AAD6-E70B2813098E}"/>
              </a:ext>
            </a:extLst>
          </p:cNvPr>
          <p:cNvSpPr>
            <a:spLocks xmlns:a="http://schemas.openxmlformats.org/drawingml/2006/main" noGrp="1"/>
          </p:cNvSpPr>
          <p:nvPr/>
        </p:nvSpPr>
        <p:spPr>
          <a:xfrm xmlns:a="http://schemas.openxmlformats.org/drawingml/2006/main">
            <a:off x="619125" y="2667000"/>
            <a:ext cx="295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25" b="1">
                <a:solidFill>
                  <a:srgbClr val="111111"/>
                </a:solidFill>
                <a:latin typeface="Helvetica Neue"/>
                <a:ea typeface="Helvetica Neue"/>
                <a:cs typeface="Helvetica Neue"/>
              </a:defRPr>
            </a:pPr>
            <a:r>
              <a:rPr sz="2025" b="1">
                <a:solidFill>
                  <a:srgbClr val="111111"/>
                </a:solidFill>
                <a:latin typeface="Helvetica Neue"/>
                <a:ea typeface="Helvetica Neue"/>
                <a:cs typeface="Helvetica Neue"/>
              </a:rPr>
              <a:t>1回目</a:t>
            </a:r>
          </a:p>
        </p:txBody>
      </p:sp>
      <p:sp>
        <p:nvSpPr>
          <p:cNvPr id="12" name="rb-0">
            <a:extLst xmlns:a="http://schemas.openxmlformats.org/drawingml/2006/main">
              <a:ext uri="{FF2B5EF4-FFF2-40B4-BE49-F238E27FC236}">
                <a16:creationId xmlns:a16="http://schemas.microsoft.com/office/drawing/2014/main" id="{F6E6E229-5138-4D06-898C-48E8ABD1698F}"/>
              </a:ext>
            </a:extLst>
          </p:cNvPr>
          <p:cNvSpPr>
            <a:spLocks xmlns:a="http://schemas.openxmlformats.org/drawingml/2006/main" noGrp="1"/>
          </p:cNvSpPr>
          <p:nvPr/>
        </p:nvSpPr>
        <p:spPr>
          <a:xfrm xmlns:a="http://schemas.openxmlformats.org/drawingml/2006/main">
            <a:off x="619125" y="3238500"/>
            <a:ext cx="2952750" cy="18097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3" name="rt-0">
            <a:extLst xmlns:a="http://schemas.openxmlformats.org/drawingml/2006/main">
              <a:ext uri="{FF2B5EF4-FFF2-40B4-BE49-F238E27FC236}">
                <a16:creationId xmlns:a16="http://schemas.microsoft.com/office/drawing/2014/main" id="{C8960EA0-35D5-42C2-9AC7-2E0A73C8E680}"/>
              </a:ext>
            </a:extLst>
          </p:cNvPr>
          <p:cNvSpPr>
            <a:spLocks xmlns:a="http://schemas.openxmlformats.org/drawingml/2006/main" noGrp="1"/>
          </p:cNvSpPr>
          <p:nvPr/>
        </p:nvSpPr>
        <p:spPr>
          <a:xfrm xmlns:a="http://schemas.openxmlformats.org/drawingml/2006/main">
            <a:off x="885825" y="3524250"/>
            <a:ext cx="2428875"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650" b="0">
                <a:solidFill>
                  <a:srgbClr val="111111"/>
                </a:solidFill>
                <a:latin typeface="Helvetica Neue"/>
                <a:ea typeface="Helvetica Neue"/>
                <a:cs typeface="Helvetica Neue"/>
              </a:defRPr>
            </a:pPr>
            <a:r>
              <a:rPr sz="1650" b="0">
                <a:solidFill>
                  <a:srgbClr val="111111"/>
                </a:solidFill>
                <a:latin typeface="Helvetica Neue"/>
                <a:ea typeface="Helvetica Neue"/>
                <a:cs typeface="Helvetica Neue"/>
              </a:rPr>
              <a:t>好みなしで生成</a:t>
            </a:r>
          </a:p>
          <a:p xmlns:a="http://schemas.openxmlformats.org/drawingml/2006/main">
            <a:pPr algn="ctr">
              <a:defRPr sz="1650" b="0">
                <a:solidFill>
                  <a:srgbClr val="111111"/>
                </a:solidFill>
                <a:latin typeface="Helvetica Neue"/>
                <a:ea typeface="Helvetica Neue"/>
                <a:cs typeface="Helvetica Neue"/>
              </a:defRPr>
            </a:pPr>
            <a:r>
              <a:rPr sz="1650" b="0">
                <a:solidFill>
                  <a:srgbClr val="111111"/>
                </a:solidFill>
                <a:latin typeface="Helvetica Neue"/>
                <a:ea typeface="Helvetica Neue"/>
                <a:cs typeface="Helvetica Neue"/>
              </a:rPr>
              <a:t>↓</a:t>
            </a:r>
          </a:p>
          <a:p xmlns:a="http://schemas.openxmlformats.org/drawingml/2006/main">
            <a:pPr algn="ctr">
              <a:defRPr sz="1650" b="0">
                <a:solidFill>
                  <a:srgbClr val="111111"/>
                </a:solidFill>
                <a:latin typeface="Helvetica Neue"/>
                <a:ea typeface="Helvetica Neue"/>
                <a:cs typeface="Helvetica Neue"/>
              </a:defRPr>
            </a:pPr>
            <a:r>
              <a:rPr sz="1650" b="0">
                <a:solidFill>
                  <a:srgbClr val="111111"/>
                </a:solidFill>
                <a:latin typeface="Helvetica Neue"/>
                <a:ea typeface="Helvetica Neue"/>
                <a:cs typeface="Helvetica Neue"/>
              </a:rPr>
              <a:t>編集履歴を1件作る</a:t>
            </a:r>
          </a:p>
        </p:txBody>
      </p:sp>
      <p:sp>
        <p:nvSpPr>
          <p:cNvPr id="14" name="ra-0">
            <a:extLst xmlns:a="http://schemas.openxmlformats.org/drawingml/2006/main">
              <a:ext uri="{FF2B5EF4-FFF2-40B4-BE49-F238E27FC236}">
                <a16:creationId xmlns:a16="http://schemas.microsoft.com/office/drawing/2014/main" id="{58B680BE-8AAA-4859-A82A-12246565B6B9}"/>
              </a:ext>
            </a:extLst>
          </p:cNvPr>
          <p:cNvSpPr>
            <a:spLocks xmlns:a="http://schemas.openxmlformats.org/drawingml/2006/main" noGrp="1"/>
          </p:cNvSpPr>
          <p:nvPr/>
        </p:nvSpPr>
        <p:spPr>
          <a:xfrm xmlns:a="http://schemas.openxmlformats.org/drawingml/2006/main">
            <a:off x="3571875" y="4095750"/>
            <a:ext cx="523875" cy="381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5" name="rh-1">
            <a:extLst xmlns:a="http://schemas.openxmlformats.org/drawingml/2006/main">
              <a:ext uri="{FF2B5EF4-FFF2-40B4-BE49-F238E27FC236}">
                <a16:creationId xmlns:a16="http://schemas.microsoft.com/office/drawing/2014/main" id="{69C17B57-4A1B-43A1-AA3B-0F7976D4F4BA}"/>
              </a:ext>
            </a:extLst>
          </p:cNvPr>
          <p:cNvSpPr>
            <a:spLocks xmlns:a="http://schemas.openxmlformats.org/drawingml/2006/main" noGrp="1"/>
          </p:cNvSpPr>
          <p:nvPr/>
        </p:nvSpPr>
        <p:spPr>
          <a:xfrm xmlns:a="http://schemas.openxmlformats.org/drawingml/2006/main">
            <a:off x="4095750" y="2667000"/>
            <a:ext cx="295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25" b="1">
                <a:solidFill>
                  <a:srgbClr val="111111"/>
                </a:solidFill>
                <a:latin typeface="Helvetica Neue"/>
                <a:ea typeface="Helvetica Neue"/>
                <a:cs typeface="Helvetica Neue"/>
              </a:defRPr>
            </a:pPr>
            <a:r>
              <a:rPr sz="2025" b="1">
                <a:solidFill>
                  <a:srgbClr val="111111"/>
                </a:solidFill>
                <a:latin typeface="Helvetica Neue"/>
                <a:ea typeface="Helvetica Neue"/>
                <a:cs typeface="Helvetica Neue"/>
              </a:rPr>
              <a:t>2回目</a:t>
            </a:r>
          </a:p>
        </p:txBody>
      </p:sp>
      <p:sp>
        <p:nvSpPr>
          <p:cNvPr id="16" name="rb-1">
            <a:extLst xmlns:a="http://schemas.openxmlformats.org/drawingml/2006/main">
              <a:ext uri="{FF2B5EF4-FFF2-40B4-BE49-F238E27FC236}">
                <a16:creationId xmlns:a16="http://schemas.microsoft.com/office/drawing/2014/main" id="{F9F59B45-386E-41A1-9F06-7C8A829DD6A3}"/>
              </a:ext>
            </a:extLst>
          </p:cNvPr>
          <p:cNvSpPr>
            <a:spLocks xmlns:a="http://schemas.openxmlformats.org/drawingml/2006/main" noGrp="1"/>
          </p:cNvSpPr>
          <p:nvPr/>
        </p:nvSpPr>
        <p:spPr>
          <a:xfrm xmlns:a="http://schemas.openxmlformats.org/drawingml/2006/main">
            <a:off x="4095750" y="3238500"/>
            <a:ext cx="2952750" cy="18097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7" name="rt-1">
            <a:extLst xmlns:a="http://schemas.openxmlformats.org/drawingml/2006/main">
              <a:ext uri="{FF2B5EF4-FFF2-40B4-BE49-F238E27FC236}">
                <a16:creationId xmlns:a16="http://schemas.microsoft.com/office/drawing/2014/main" id="{921861B8-1F0D-4166-8E05-888288AEBF6E}"/>
              </a:ext>
            </a:extLst>
          </p:cNvPr>
          <p:cNvSpPr>
            <a:spLocks xmlns:a="http://schemas.openxmlformats.org/drawingml/2006/main" noGrp="1"/>
          </p:cNvSpPr>
          <p:nvPr/>
        </p:nvSpPr>
        <p:spPr>
          <a:xfrm xmlns:a="http://schemas.openxmlformats.org/drawingml/2006/main">
            <a:off x="4362450" y="3524250"/>
            <a:ext cx="2428875"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650" b="0">
                <a:solidFill>
                  <a:srgbClr val="111111"/>
                </a:solidFill>
                <a:latin typeface="Helvetica Neue"/>
                <a:ea typeface="Helvetica Neue"/>
                <a:cs typeface="Helvetica Neue"/>
              </a:defRPr>
            </a:pPr>
            <a:r>
              <a:rPr sz="1650" b="0">
                <a:solidFill>
                  <a:srgbClr val="111111"/>
                </a:solidFill>
                <a:latin typeface="Helvetica Neue"/>
                <a:ea typeface="Helvetica Neue"/>
                <a:cs typeface="Helvetica Neue"/>
              </a:rPr>
              <a:t>好みなし／好みあり</a:t>
            </a:r>
          </a:p>
          <a:p xmlns:a="http://schemas.openxmlformats.org/drawingml/2006/main">
            <a:pPr algn="ctr">
              <a:defRPr sz="1650" b="0">
                <a:solidFill>
                  <a:srgbClr val="111111"/>
                </a:solidFill>
                <a:latin typeface="Helvetica Neue"/>
                <a:ea typeface="Helvetica Neue"/>
                <a:cs typeface="Helvetica Neue"/>
              </a:defRPr>
            </a:pPr>
            <a:r>
              <a:rPr sz="1650" b="0">
                <a:solidFill>
                  <a:srgbClr val="111111"/>
                </a:solidFill>
                <a:latin typeface="Helvetica Neue"/>
                <a:ea typeface="Helvetica Neue"/>
                <a:cs typeface="Helvetica Neue"/>
              </a:rPr>
              <a:t>を同じ教材で比較</a:t>
            </a:r>
          </a:p>
          <a:p xmlns:a="http://schemas.openxmlformats.org/drawingml/2006/main">
            <a:pPr algn="ctr">
              <a:defRPr sz="1650" b="0">
                <a:solidFill>
                  <a:srgbClr val="111111"/>
                </a:solidFill>
                <a:latin typeface="Helvetica Neue"/>
                <a:ea typeface="Helvetica Neue"/>
                <a:cs typeface="Helvetica Neue"/>
              </a:defRPr>
            </a:pPr>
            <a:r>
              <a:rPr sz="1650" b="0">
                <a:solidFill>
                  <a:srgbClr val="111111"/>
                </a:solidFill>
                <a:latin typeface="Helvetica Neue"/>
                <a:ea typeface="Helvetica Neue"/>
                <a:cs typeface="Helvetica Neue"/>
              </a:rPr>
              <a:t>↓</a:t>
            </a:r>
          </a:p>
          <a:p xmlns:a="http://schemas.openxmlformats.org/drawingml/2006/main">
            <a:pPr algn="ctr">
              <a:defRPr sz="1650" b="0">
                <a:solidFill>
                  <a:srgbClr val="111111"/>
                </a:solidFill>
                <a:latin typeface="Helvetica Neue"/>
                <a:ea typeface="Helvetica Neue"/>
                <a:cs typeface="Helvetica Neue"/>
              </a:defRPr>
            </a:pPr>
            <a:r>
              <a:rPr sz="1650" b="0">
                <a:solidFill>
                  <a:srgbClr val="111111"/>
                </a:solidFill>
                <a:latin typeface="Helvetica Neue"/>
                <a:ea typeface="Helvetica Neue"/>
                <a:cs typeface="Helvetica Neue"/>
              </a:rPr>
              <a:t>履歴を追加</a:t>
            </a:r>
          </a:p>
        </p:txBody>
      </p:sp>
      <p:sp>
        <p:nvSpPr>
          <p:cNvPr id="18" name="ra-1">
            <a:extLst xmlns:a="http://schemas.openxmlformats.org/drawingml/2006/main">
              <a:ext uri="{FF2B5EF4-FFF2-40B4-BE49-F238E27FC236}">
                <a16:creationId xmlns:a16="http://schemas.microsoft.com/office/drawing/2014/main" id="{EA9AE2F4-ACE5-4A31-9D4D-88343FFE0712}"/>
              </a:ext>
            </a:extLst>
          </p:cNvPr>
          <p:cNvSpPr>
            <a:spLocks xmlns:a="http://schemas.openxmlformats.org/drawingml/2006/main" noGrp="1"/>
          </p:cNvSpPr>
          <p:nvPr/>
        </p:nvSpPr>
        <p:spPr>
          <a:xfrm xmlns:a="http://schemas.openxmlformats.org/drawingml/2006/main">
            <a:off x="7048500" y="4095750"/>
            <a:ext cx="523875" cy="381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9" name="rh-2">
            <a:extLst xmlns:a="http://schemas.openxmlformats.org/drawingml/2006/main">
              <a:ext uri="{FF2B5EF4-FFF2-40B4-BE49-F238E27FC236}">
                <a16:creationId xmlns:a16="http://schemas.microsoft.com/office/drawing/2014/main" id="{201A3422-68F4-44E5-AD46-7ADBA6FDDAC3}"/>
              </a:ext>
            </a:extLst>
          </p:cNvPr>
          <p:cNvSpPr>
            <a:spLocks xmlns:a="http://schemas.openxmlformats.org/drawingml/2006/main" noGrp="1"/>
          </p:cNvSpPr>
          <p:nvPr/>
        </p:nvSpPr>
        <p:spPr>
          <a:xfrm xmlns:a="http://schemas.openxmlformats.org/drawingml/2006/main">
            <a:off x="7572375" y="2667000"/>
            <a:ext cx="295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25" b="1">
                <a:solidFill>
                  <a:srgbClr val="111111"/>
                </a:solidFill>
                <a:latin typeface="Helvetica Neue"/>
                <a:ea typeface="Helvetica Neue"/>
                <a:cs typeface="Helvetica Neue"/>
              </a:defRPr>
            </a:pPr>
            <a:r>
              <a:rPr sz="2025" b="1">
                <a:solidFill>
                  <a:srgbClr val="111111"/>
                </a:solidFill>
                <a:latin typeface="Helvetica Neue"/>
                <a:ea typeface="Helvetica Neue"/>
                <a:cs typeface="Helvetica Neue"/>
              </a:rPr>
              <a:t>3回目</a:t>
            </a:r>
          </a:p>
        </p:txBody>
      </p:sp>
      <p:sp>
        <p:nvSpPr>
          <p:cNvPr id="20" name="rb-2">
            <a:extLst xmlns:a="http://schemas.openxmlformats.org/drawingml/2006/main">
              <a:ext uri="{FF2B5EF4-FFF2-40B4-BE49-F238E27FC236}">
                <a16:creationId xmlns:a16="http://schemas.microsoft.com/office/drawing/2014/main" id="{678D2A57-A6B1-45A8-A9A0-730F5B021078}"/>
              </a:ext>
            </a:extLst>
          </p:cNvPr>
          <p:cNvSpPr>
            <a:spLocks xmlns:a="http://schemas.openxmlformats.org/drawingml/2006/main" noGrp="1"/>
          </p:cNvSpPr>
          <p:nvPr/>
        </p:nvSpPr>
        <p:spPr>
          <a:xfrm xmlns:a="http://schemas.openxmlformats.org/drawingml/2006/main">
            <a:off x="7572375" y="3238500"/>
            <a:ext cx="2952750" cy="18097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21" name="rt-2">
            <a:extLst xmlns:a="http://schemas.openxmlformats.org/drawingml/2006/main">
              <a:ext uri="{FF2B5EF4-FFF2-40B4-BE49-F238E27FC236}">
                <a16:creationId xmlns:a16="http://schemas.microsoft.com/office/drawing/2014/main" id="{4EA2A860-E818-4914-BC6F-01D2CEFF783D}"/>
              </a:ext>
            </a:extLst>
          </p:cNvPr>
          <p:cNvSpPr>
            <a:spLocks xmlns:a="http://schemas.openxmlformats.org/drawingml/2006/main" noGrp="1"/>
          </p:cNvSpPr>
          <p:nvPr/>
        </p:nvSpPr>
        <p:spPr>
          <a:xfrm xmlns:a="http://schemas.openxmlformats.org/drawingml/2006/main">
            <a:off x="7839075" y="3524250"/>
            <a:ext cx="2428875"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650" b="0">
                <a:solidFill>
                  <a:srgbClr val="111111"/>
                </a:solidFill>
                <a:latin typeface="Helvetica Neue"/>
                <a:ea typeface="Helvetica Neue"/>
                <a:cs typeface="Helvetica Neue"/>
              </a:defRPr>
            </a:pPr>
            <a:r>
              <a:rPr sz="1650" b="0">
                <a:solidFill>
                  <a:srgbClr val="111111"/>
                </a:solidFill>
                <a:latin typeface="Helvetica Neue"/>
                <a:ea typeface="Helvetica Neue"/>
                <a:cs typeface="Helvetica Neue"/>
              </a:rPr>
              <a:t>好みなし／好みあり</a:t>
            </a:r>
          </a:p>
          <a:p xmlns:a="http://schemas.openxmlformats.org/drawingml/2006/main">
            <a:pPr algn="ctr">
              <a:defRPr sz="1650" b="0">
                <a:solidFill>
                  <a:srgbClr val="111111"/>
                </a:solidFill>
                <a:latin typeface="Helvetica Neue"/>
                <a:ea typeface="Helvetica Neue"/>
                <a:cs typeface="Helvetica Neue"/>
              </a:defRPr>
            </a:pPr>
            <a:r>
              <a:rPr sz="1650" b="0">
                <a:solidFill>
                  <a:srgbClr val="111111"/>
                </a:solidFill>
                <a:latin typeface="Helvetica Neue"/>
                <a:ea typeface="Helvetica Neue"/>
                <a:cs typeface="Helvetica Neue"/>
              </a:rPr>
              <a:t>を同じ教材で比較</a:t>
            </a:r>
          </a:p>
          <a:p xmlns:a="http://schemas.openxmlformats.org/drawingml/2006/main">
            <a:pPr algn="ctr">
              <a:defRPr sz="1650" b="0">
                <a:solidFill>
                  <a:srgbClr val="111111"/>
                </a:solidFill>
                <a:latin typeface="Helvetica Neue"/>
                <a:ea typeface="Helvetica Neue"/>
                <a:cs typeface="Helvetica Neue"/>
              </a:defRPr>
            </a:pPr>
            <a:r>
              <a:rPr sz="1650" b="0">
                <a:solidFill>
                  <a:srgbClr val="111111"/>
                </a:solidFill>
                <a:latin typeface="Helvetica Neue"/>
                <a:ea typeface="Helvetica Neue"/>
                <a:cs typeface="Helvetica Neue"/>
              </a:rPr>
              <a:t>↓</a:t>
            </a:r>
          </a:p>
          <a:p xmlns:a="http://schemas.openxmlformats.org/drawingml/2006/main">
            <a:pPr algn="ctr">
              <a:defRPr sz="1650" b="0">
                <a:solidFill>
                  <a:srgbClr val="111111"/>
                </a:solidFill>
                <a:latin typeface="Helvetica Neue"/>
                <a:ea typeface="Helvetica Neue"/>
                <a:cs typeface="Helvetica Neue"/>
              </a:defRPr>
            </a:pPr>
            <a:r>
              <a:rPr sz="1650" b="0">
                <a:solidFill>
                  <a:srgbClr val="111111"/>
                </a:solidFill>
                <a:latin typeface="Helvetica Neue"/>
                <a:ea typeface="Helvetica Neue"/>
                <a:cs typeface="Helvetica Neue"/>
              </a:rPr>
              <a:t>履歴蓄積後を確認</a:t>
            </a:r>
          </a:p>
        </p:txBody>
      </p:sp>
      <p:sp>
        <p:nvSpPr>
          <p:cNvPr id="22" name="cond">
            <a:extLst xmlns:a="http://schemas.openxmlformats.org/drawingml/2006/main">
              <a:ext uri="{FF2B5EF4-FFF2-40B4-BE49-F238E27FC236}">
                <a16:creationId xmlns:a16="http://schemas.microsoft.com/office/drawing/2014/main" id="{D741200D-F8B5-4738-8252-6A5C5FC97366}"/>
              </a:ext>
            </a:extLst>
          </p:cNvPr>
          <p:cNvSpPr>
            <a:spLocks xmlns:a="http://schemas.openxmlformats.org/drawingml/2006/main" noGrp="1"/>
          </p:cNvSpPr>
          <p:nvPr/>
        </p:nvSpPr>
        <p:spPr>
          <a:xfrm xmlns:a="http://schemas.openxmlformats.org/drawingml/2006/main">
            <a:off x="2047875" y="5524500"/>
            <a:ext cx="8096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650" b="0">
                <a:solidFill>
                  <a:srgbClr val="111111"/>
                </a:solidFill>
                <a:latin typeface="Helvetica Neue"/>
                <a:ea typeface="Helvetica Neue"/>
                <a:cs typeface="Helvetica Neue"/>
              </a:defRPr>
            </a:pPr>
            <a:r>
              <a:rPr sz="1650" b="0">
                <a:solidFill>
                  <a:srgbClr val="111111"/>
                </a:solidFill>
                <a:latin typeface="Helvetica Neue"/>
                <a:ea typeface="Helvetica Neue"/>
                <a:cs typeface="Helvetica Neue"/>
              </a:rPr>
              <a:t>教材はデータベース・セキュリティ・機械学習（各3スライド）</a:t>
            </a:r>
          </a:p>
        </p:txBody>
      </p:sp>
    </p:spTree>
    <p:extLst>
      <p:ext uri="{BB962C8B-B14F-4D97-AF65-F5344CB8AC3E}">
        <p14:creationId xmlns:p14="http://schemas.microsoft.com/office/powerpoint/2010/main" val="52253747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title-4">
            <a:extLst xmlns:a="http://schemas.openxmlformats.org/drawingml/2006/main">
              <a:ext uri="{FF2B5EF4-FFF2-40B4-BE49-F238E27FC236}">
                <a16:creationId xmlns:a16="http://schemas.microsoft.com/office/drawing/2014/main" id="{B43BB56B-2AD5-4E73-9A0C-9F0B96A76244}"/>
              </a:ext>
            </a:extLst>
          </p:cNvPr>
          <p:cNvSpPr>
            <a:spLocks xmlns:a="http://schemas.openxmlformats.org/drawingml/2006/main" noGrp="1"/>
          </p:cNvSpPr>
          <p:nvPr/>
        </p:nvSpPr>
        <p:spPr>
          <a:xfrm xmlns:a="http://schemas.openxmlformats.org/drawingml/2006/main">
            <a:off x="457200" y="333375"/>
            <a:ext cx="10810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111"/>
                </a:solidFill>
                <a:latin typeface="Helvetica Neue"/>
                <a:ea typeface="Helvetica Neue"/>
                <a:cs typeface="Helvetica Neue"/>
              </a:defRPr>
            </a:pPr>
            <a:r>
              <a:rPr sz="2850" b="1">
                <a:solidFill>
                  <a:srgbClr val="111111"/>
                </a:solidFill>
                <a:latin typeface="Helvetica Neue"/>
                <a:ea typeface="Helvetica Neue"/>
                <a:cs typeface="Helvetica Neue"/>
              </a:rPr>
              <a:t>編集回数は決めず、必要な文だけを直した</a:t>
            </a:r>
          </a:p>
        </p:txBody>
      </p:sp>
      <p:sp>
        <p:nvSpPr>
          <p:cNvPr id="2" name="page-4">
            <a:extLst xmlns:a="http://schemas.openxmlformats.org/drawingml/2006/main">
              <a:ext uri="{FF2B5EF4-FFF2-40B4-BE49-F238E27FC236}">
                <a16:creationId xmlns:a16="http://schemas.microsoft.com/office/drawing/2014/main" id="{00C284CF-2AA9-4D4E-9EBD-C51B7DF63173}"/>
              </a:ext>
            </a:extLst>
          </p:cNvPr>
          <p:cNvSpPr>
            <a:spLocks xmlns:a="http://schemas.openxmlformats.org/drawingml/2006/main" noGrp="1"/>
          </p:cNvSpPr>
          <p:nvPr/>
        </p:nvSpPr>
        <p:spPr>
          <a:xfrm xmlns:a="http://schemas.openxmlformats.org/drawingml/2006/main">
            <a:off x="11334750" y="6334125"/>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61666E"/>
                </a:solidFill>
                <a:latin typeface="Helvetica Neue"/>
                <a:ea typeface="Helvetica Neue"/>
                <a:cs typeface="Helvetica Neue"/>
              </a:defRPr>
            </a:pPr>
            <a:r>
              <a:rPr sz="975" b="0">
                <a:solidFill>
                  <a:srgbClr val="61666E"/>
                </a:solidFill>
                <a:latin typeface="Helvetica Neue"/>
                <a:ea typeface="Helvetica Neue"/>
                <a:cs typeface="Helvetica Neue"/>
              </a:rPr>
              <a:t>4</a:t>
            </a:r>
          </a:p>
        </p:txBody>
      </p:sp>
      <p:sp>
        <p:nvSpPr>
          <p:cNvPr id="3" name="policy">
            <a:extLst xmlns:a="http://schemas.openxmlformats.org/drawingml/2006/main">
              <a:ext uri="{FF2B5EF4-FFF2-40B4-BE49-F238E27FC236}">
                <a16:creationId xmlns:a16="http://schemas.microsoft.com/office/drawing/2014/main" id="{6375F4B3-0D00-4D2A-8D40-8B4AB3E8EA43}"/>
              </a:ext>
            </a:extLst>
          </p:cNvPr>
          <p:cNvSpPr>
            <a:spLocks xmlns:a="http://schemas.openxmlformats.org/drawingml/2006/main" noGrp="1"/>
          </p:cNvSpPr>
          <p:nvPr/>
        </p:nvSpPr>
        <p:spPr>
          <a:xfrm xmlns:a="http://schemas.openxmlformats.org/drawingml/2006/main">
            <a:off x="1238250" y="1257300"/>
            <a:ext cx="971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100" b="1">
                <a:solidFill>
                  <a:srgbClr val="111111"/>
                </a:solidFill>
                <a:latin typeface="Helvetica Neue"/>
                <a:ea typeface="Helvetica Neue"/>
                <a:cs typeface="Helvetica Neue"/>
              </a:defRPr>
            </a:pPr>
            <a:r>
              <a:rPr sz="2100" b="1">
                <a:solidFill>
                  <a:srgbClr val="111111"/>
                </a:solidFill>
                <a:latin typeface="Helvetica Neue"/>
                <a:ea typeface="Helvetica Neue"/>
                <a:cs typeface="Helvetica Neue"/>
              </a:rPr>
              <a:t>各好みの方針に照らし、すでに満たしている文は変更しない</a:t>
            </a:r>
          </a:p>
        </p:txBody>
      </p:sp>
      <p:sp>
        <p:nvSpPr>
          <p:cNvPr id="4" name="ex1-h">
            <a:extLst xmlns:a="http://schemas.openxmlformats.org/drawingml/2006/main">
              <a:ext uri="{FF2B5EF4-FFF2-40B4-BE49-F238E27FC236}">
                <a16:creationId xmlns:a16="http://schemas.microsoft.com/office/drawing/2014/main" id="{DB69D198-2438-4082-A7B0-AD5C9CF65188}"/>
              </a:ext>
            </a:extLst>
          </p:cNvPr>
          <p:cNvSpPr>
            <a:spLocks xmlns:a="http://schemas.openxmlformats.org/drawingml/2006/main" noGrp="1"/>
          </p:cNvSpPr>
          <p:nvPr/>
        </p:nvSpPr>
        <p:spPr>
          <a:xfrm xmlns:a="http://schemas.openxmlformats.org/drawingml/2006/main">
            <a:off x="666750" y="2190750"/>
            <a:ext cx="3238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例：簡潔にする</a:t>
            </a:r>
          </a:p>
        </p:txBody>
      </p:sp>
      <p:sp>
        <p:nvSpPr>
          <p:cNvPr id="5" name="ex1-b">
            <a:extLst xmlns:a="http://schemas.openxmlformats.org/drawingml/2006/main">
              <a:ext uri="{FF2B5EF4-FFF2-40B4-BE49-F238E27FC236}">
                <a16:creationId xmlns:a16="http://schemas.microsoft.com/office/drawing/2014/main" id="{62AE3239-015A-4518-B91D-F4AFDBD183AC}"/>
              </a:ext>
            </a:extLst>
          </p:cNvPr>
          <p:cNvSpPr>
            <a:spLocks xmlns:a="http://schemas.openxmlformats.org/drawingml/2006/main" noGrp="1"/>
          </p:cNvSpPr>
          <p:nvPr/>
        </p:nvSpPr>
        <p:spPr>
          <a:xfrm xmlns:a="http://schemas.openxmlformats.org/drawingml/2006/main">
            <a:off x="666750" y="2714625"/>
            <a:ext cx="4810125" cy="100012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6" name="ex1-bt">
            <a:extLst xmlns:a="http://schemas.openxmlformats.org/drawingml/2006/main">
              <a:ext uri="{FF2B5EF4-FFF2-40B4-BE49-F238E27FC236}">
                <a16:creationId xmlns:a16="http://schemas.microsoft.com/office/drawing/2014/main" id="{466ED0CD-BD59-4E24-A31E-266CE718FE21}"/>
              </a:ext>
            </a:extLst>
          </p:cNvPr>
          <p:cNvSpPr>
            <a:spLocks xmlns:a="http://schemas.openxmlformats.org/drawingml/2006/main" noGrp="1"/>
          </p:cNvSpPr>
          <p:nvPr/>
        </p:nvSpPr>
        <p:spPr>
          <a:xfrm xmlns:a="http://schemas.openxmlformats.org/drawingml/2006/main">
            <a:off x="904875" y="2905125"/>
            <a:ext cx="433387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編集前</a:t>
            </a:r>
          </a:p>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「アクセスを与える前に相手が誰かを確認する」</a:t>
            </a:r>
          </a:p>
        </p:txBody>
      </p:sp>
      <p:sp>
        <p:nvSpPr>
          <p:cNvPr id="7" name="ex1-a">
            <a:extLst xmlns:a="http://schemas.openxmlformats.org/drawingml/2006/main">
              <a:ext uri="{FF2B5EF4-FFF2-40B4-BE49-F238E27FC236}">
                <a16:creationId xmlns:a16="http://schemas.microsoft.com/office/drawing/2014/main" id="{47A421B1-CEE8-43CF-9AE0-C7A28346B90A}"/>
              </a:ext>
            </a:extLst>
          </p:cNvPr>
          <p:cNvSpPr>
            <a:spLocks xmlns:a="http://schemas.openxmlformats.org/drawingml/2006/main" noGrp="1"/>
          </p:cNvSpPr>
          <p:nvPr/>
        </p:nvSpPr>
        <p:spPr>
          <a:xfrm xmlns:a="http://schemas.openxmlformats.org/drawingml/2006/main">
            <a:off x="6715125" y="2714625"/>
            <a:ext cx="4810125" cy="1000125"/>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8" name="ex1-at">
            <a:extLst xmlns:a="http://schemas.openxmlformats.org/drawingml/2006/main">
              <a:ext uri="{FF2B5EF4-FFF2-40B4-BE49-F238E27FC236}">
                <a16:creationId xmlns:a16="http://schemas.microsoft.com/office/drawing/2014/main" id="{161434E9-0D54-44CA-B5B5-2F3056C7ED3A}"/>
              </a:ext>
            </a:extLst>
          </p:cNvPr>
          <p:cNvSpPr>
            <a:spLocks xmlns:a="http://schemas.openxmlformats.org/drawingml/2006/main" noGrp="1"/>
          </p:cNvSpPr>
          <p:nvPr/>
        </p:nvSpPr>
        <p:spPr>
          <a:xfrm xmlns:a="http://schemas.openxmlformats.org/drawingml/2006/main">
            <a:off x="6953250" y="2905125"/>
            <a:ext cx="433387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編集後</a:t>
            </a:r>
          </a:p>
          <a:p xmlns:a="http://schemas.openxmlformats.org/drawingml/2006/main">
            <a:pPr algn="l">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「アクセス前に相手が誰かを確認する」</a:t>
            </a:r>
          </a:p>
        </p:txBody>
      </p:sp>
      <p:sp>
        <p:nvSpPr>
          <p:cNvPr id="9" name="ex-arrow">
            <a:extLst xmlns:a="http://schemas.openxmlformats.org/drawingml/2006/main">
              <a:ext uri="{FF2B5EF4-FFF2-40B4-BE49-F238E27FC236}">
                <a16:creationId xmlns:a16="http://schemas.microsoft.com/office/drawing/2014/main" id="{773C8D04-22F2-4101-AADD-A5CEE5F39AE2}"/>
              </a:ext>
            </a:extLst>
          </p:cNvPr>
          <p:cNvSpPr>
            <a:spLocks xmlns:a="http://schemas.openxmlformats.org/drawingml/2006/main" noGrp="1"/>
          </p:cNvSpPr>
          <p:nvPr/>
        </p:nvSpPr>
        <p:spPr>
          <a:xfrm xmlns:a="http://schemas.openxmlformats.org/drawingml/2006/main">
            <a:off x="5667375" y="3190875"/>
            <a:ext cx="857250" cy="381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0" name="ex2-h">
            <a:extLst xmlns:a="http://schemas.openxmlformats.org/drawingml/2006/main">
              <a:ext uri="{FF2B5EF4-FFF2-40B4-BE49-F238E27FC236}">
                <a16:creationId xmlns:a16="http://schemas.microsoft.com/office/drawing/2014/main" id="{5B04B585-E5D9-4EF9-893B-4983DFE74F6D}"/>
              </a:ext>
            </a:extLst>
          </p:cNvPr>
          <p:cNvSpPr>
            <a:spLocks xmlns:a="http://schemas.openxmlformats.org/drawingml/2006/main" noGrp="1"/>
          </p:cNvSpPr>
          <p:nvPr/>
        </p:nvSpPr>
        <p:spPr>
          <a:xfrm xmlns:a="http://schemas.openxmlformats.org/drawingml/2006/main">
            <a:off x="666750" y="4333875"/>
            <a:ext cx="4095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好みによって編集対象が違う</a:t>
            </a:r>
          </a:p>
        </p:txBody>
      </p:sp>
      <p:sp>
        <p:nvSpPr>
          <p:cNvPr id="11" name="ex2">
            <a:extLst xmlns:a="http://schemas.openxmlformats.org/drawingml/2006/main">
              <a:ext uri="{FF2B5EF4-FFF2-40B4-BE49-F238E27FC236}">
                <a16:creationId xmlns:a16="http://schemas.microsoft.com/office/drawing/2014/main" id="{4A2EC25D-CABB-4B7B-B0BE-D8C026F1C882}"/>
              </a:ext>
            </a:extLst>
          </p:cNvPr>
          <p:cNvSpPr>
            <a:spLocks xmlns:a="http://schemas.openxmlformats.org/drawingml/2006/main" noGrp="1"/>
          </p:cNvSpPr>
          <p:nvPr/>
        </p:nvSpPr>
        <p:spPr>
          <a:xfrm xmlns:a="http://schemas.openxmlformats.org/drawingml/2006/main">
            <a:off x="666750" y="4905375"/>
            <a:ext cx="10858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650" b="0">
                <a:solidFill>
                  <a:srgbClr val="111111"/>
                </a:solidFill>
                <a:latin typeface="Helvetica Neue"/>
                <a:ea typeface="Helvetica Neue"/>
                <a:cs typeface="Helvetica Neue"/>
              </a:defRPr>
            </a:pPr>
            <a:r>
              <a:rPr sz="1650" b="0">
                <a:solidFill>
                  <a:srgbClr val="111111"/>
                </a:solidFill>
                <a:latin typeface="Helvetica Neue"/>
                <a:ea typeface="Helvetica Neue"/>
                <a:cs typeface="Helvetica Neue"/>
              </a:rPr>
              <a:t>定義重視 22.9%　／　具体例重視 12.6%　／　結論先行 4.7%　／　簡潔さ重視 25.5%</a:t>
            </a:r>
          </a:p>
        </p:txBody>
      </p:sp>
      <p:sp>
        <p:nvSpPr>
          <p:cNvPr id="12" name="ex-foot">
            <a:extLst xmlns:a="http://schemas.openxmlformats.org/drawingml/2006/main">
              <a:ext uri="{FF2B5EF4-FFF2-40B4-BE49-F238E27FC236}">
                <a16:creationId xmlns:a16="http://schemas.microsoft.com/office/drawing/2014/main" id="{175215AE-9086-43FF-B9BB-7BC59512A03F}"/>
              </a:ext>
            </a:extLst>
          </p:cNvPr>
          <p:cNvSpPr>
            <a:spLocks xmlns:a="http://schemas.openxmlformats.org/drawingml/2006/main" noGrp="1"/>
          </p:cNvSpPr>
          <p:nvPr/>
        </p:nvSpPr>
        <p:spPr>
          <a:xfrm xmlns:a="http://schemas.openxmlformats.org/drawingml/2006/main">
            <a:off x="1428750" y="5762625"/>
            <a:ext cx="933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75" b="0">
                <a:solidFill>
                  <a:srgbClr val="61666E"/>
                </a:solidFill>
                <a:latin typeface="Helvetica Neue"/>
                <a:ea typeface="Helvetica Neue"/>
                <a:cs typeface="Helvetica Neue"/>
              </a:defRPr>
            </a:pPr>
            <a:r>
              <a:rPr sz="1575" b="0">
                <a:solidFill>
                  <a:srgbClr val="61666E"/>
                </a:solidFill>
                <a:latin typeface="Helvetica Neue"/>
                <a:ea typeface="Helvetica Neue"/>
                <a:cs typeface="Helvetica Neue"/>
              </a:rPr>
              <a:t>固定件数の編集ではないため、台本がすでに好みに合えば0文になる</a:t>
            </a:r>
          </a:p>
        </p:txBody>
      </p:sp>
    </p:spTree>
    <p:extLst>
      <p:ext uri="{BB962C8B-B14F-4D97-AF65-F5344CB8AC3E}">
        <p14:creationId xmlns:p14="http://schemas.microsoft.com/office/powerpoint/2010/main" val="103839756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title-5">
            <a:extLst xmlns:a="http://schemas.openxmlformats.org/drawingml/2006/main">
              <a:ext uri="{FF2B5EF4-FFF2-40B4-BE49-F238E27FC236}">
                <a16:creationId xmlns:a16="http://schemas.microsoft.com/office/drawing/2014/main" id="{F1F62752-5273-4B97-A1C3-D0EE42D7DA80}"/>
              </a:ext>
            </a:extLst>
          </p:cNvPr>
          <p:cNvSpPr>
            <a:spLocks xmlns:a="http://schemas.openxmlformats.org/drawingml/2006/main" noGrp="1"/>
          </p:cNvSpPr>
          <p:nvPr/>
        </p:nvSpPr>
        <p:spPr>
          <a:xfrm xmlns:a="http://schemas.openxmlformats.org/drawingml/2006/main">
            <a:off x="457200" y="333375"/>
            <a:ext cx="10810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111"/>
                </a:solidFill>
                <a:latin typeface="Helvetica Neue"/>
                <a:ea typeface="Helvetica Neue"/>
                <a:cs typeface="Helvetica Neue"/>
              </a:defRPr>
            </a:pPr>
            <a:r>
              <a:rPr sz="2850" b="1">
                <a:solidFill>
                  <a:srgbClr val="111111"/>
                </a:solidFill>
                <a:latin typeface="Helvetica Neue"/>
                <a:ea typeface="Helvetica Neue"/>
                <a:cs typeface="Helvetica Neue"/>
              </a:rPr>
              <a:t>編集負担：台本全体でどれだけ書き直したか</a:t>
            </a:r>
          </a:p>
        </p:txBody>
      </p:sp>
      <p:sp>
        <p:nvSpPr>
          <p:cNvPr id="2" name="page-5">
            <a:extLst xmlns:a="http://schemas.openxmlformats.org/drawingml/2006/main">
              <a:ext uri="{FF2B5EF4-FFF2-40B4-BE49-F238E27FC236}">
                <a16:creationId xmlns:a16="http://schemas.microsoft.com/office/drawing/2014/main" id="{A5384055-3482-45D1-A335-3E6E75807CD4}"/>
              </a:ext>
            </a:extLst>
          </p:cNvPr>
          <p:cNvSpPr>
            <a:spLocks xmlns:a="http://schemas.openxmlformats.org/drawingml/2006/main" noGrp="1"/>
          </p:cNvSpPr>
          <p:nvPr/>
        </p:nvSpPr>
        <p:spPr>
          <a:xfrm xmlns:a="http://schemas.openxmlformats.org/drawingml/2006/main">
            <a:off x="11334750" y="6334125"/>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61666E"/>
                </a:solidFill>
                <a:latin typeface="Helvetica Neue"/>
                <a:ea typeface="Helvetica Neue"/>
                <a:cs typeface="Helvetica Neue"/>
              </a:defRPr>
            </a:pPr>
            <a:r>
              <a:rPr sz="975" b="0">
                <a:solidFill>
                  <a:srgbClr val="61666E"/>
                </a:solidFill>
                <a:latin typeface="Helvetica Neue"/>
                <a:ea typeface="Helvetica Neue"/>
                <a:cs typeface="Helvetica Neue"/>
              </a:rPr>
              <a:t>5</a:t>
            </a:r>
          </a:p>
        </p:txBody>
      </p:sp>
      <p:sp>
        <p:nvSpPr>
          <p:cNvPr id="3" name="example-label">
            <a:extLst xmlns:a="http://schemas.openxmlformats.org/drawingml/2006/main">
              <a:ext uri="{FF2B5EF4-FFF2-40B4-BE49-F238E27FC236}">
                <a16:creationId xmlns:a16="http://schemas.microsoft.com/office/drawing/2014/main" id="{8B79F344-C805-495D-850C-F00C6C2DB6B6}"/>
              </a:ext>
            </a:extLst>
          </p:cNvPr>
          <p:cNvSpPr>
            <a:spLocks xmlns:a="http://schemas.openxmlformats.org/drawingml/2006/main" noGrp="1"/>
          </p:cNvSpPr>
          <p:nvPr/>
        </p:nvSpPr>
        <p:spPr>
          <a:xfrm xmlns:a="http://schemas.openxmlformats.org/drawingml/2006/main">
            <a:off x="666750" y="1190625"/>
            <a:ext cx="3619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111111"/>
                </a:solidFill>
                <a:latin typeface="Helvetica Neue"/>
                <a:ea typeface="Helvetica Neue"/>
                <a:cs typeface="Helvetica Neue"/>
              </a:defRPr>
            </a:pPr>
            <a:r>
              <a:rPr sz="1800" b="1">
                <a:solidFill>
                  <a:srgbClr val="111111"/>
                </a:solidFill>
                <a:latin typeface="Helvetica Neue"/>
                <a:ea typeface="Helvetica Neue"/>
                <a:cs typeface="Helvetica Neue"/>
              </a:rPr>
              <a:t>3文の台本を編集した例</a:t>
            </a:r>
          </a:p>
        </p:txBody>
      </p:sp>
      <p:sp>
        <p:nvSpPr>
          <p:cNvPr id="4" name="mrow-0">
            <a:extLst xmlns:a="http://schemas.openxmlformats.org/drawingml/2006/main">
              <a:ext uri="{FF2B5EF4-FFF2-40B4-BE49-F238E27FC236}">
                <a16:creationId xmlns:a16="http://schemas.microsoft.com/office/drawing/2014/main" id="{ADC1C65F-CC47-485F-89BF-88B39A525DB2}"/>
              </a:ext>
            </a:extLst>
          </p:cNvPr>
          <p:cNvSpPr>
            <a:spLocks xmlns:a="http://schemas.openxmlformats.org/drawingml/2006/main" noGrp="1"/>
          </p:cNvSpPr>
          <p:nvPr/>
        </p:nvSpPr>
        <p:spPr>
          <a:xfrm xmlns:a="http://schemas.openxmlformats.org/drawingml/2006/main">
            <a:off x="666750" y="1809750"/>
            <a:ext cx="7000875" cy="6667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5" name="mid-0">
            <a:extLst xmlns:a="http://schemas.openxmlformats.org/drawingml/2006/main">
              <a:ext uri="{FF2B5EF4-FFF2-40B4-BE49-F238E27FC236}">
                <a16:creationId xmlns:a16="http://schemas.microsoft.com/office/drawing/2014/main" id="{BD7176D9-0FC1-4ABC-8AF9-1E45EDB7CC70}"/>
              </a:ext>
            </a:extLst>
          </p:cNvPr>
          <p:cNvSpPr>
            <a:spLocks xmlns:a="http://schemas.openxmlformats.org/drawingml/2006/main" noGrp="1"/>
          </p:cNvSpPr>
          <p:nvPr/>
        </p:nvSpPr>
        <p:spPr>
          <a:xfrm xmlns:a="http://schemas.openxmlformats.org/drawingml/2006/main">
            <a:off x="904875" y="2009775"/>
            <a:ext cx="76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文1</a:t>
            </a:r>
          </a:p>
        </p:txBody>
      </p:sp>
      <p:sp>
        <p:nvSpPr>
          <p:cNvPr id="6" name="mdesc-0">
            <a:extLst xmlns:a="http://schemas.openxmlformats.org/drawingml/2006/main">
              <a:ext uri="{FF2B5EF4-FFF2-40B4-BE49-F238E27FC236}">
                <a16:creationId xmlns:a16="http://schemas.microsoft.com/office/drawing/2014/main" id="{BFEA5E84-07AB-47D2-84C5-E8EB0380D17B}"/>
              </a:ext>
            </a:extLst>
          </p:cNvPr>
          <p:cNvSpPr>
            <a:spLocks xmlns:a="http://schemas.openxmlformats.org/drawingml/2006/main" noGrp="1"/>
          </p:cNvSpPr>
          <p:nvPr/>
        </p:nvSpPr>
        <p:spPr>
          <a:xfrm xmlns:a="http://schemas.openxmlformats.org/drawingml/2006/main">
            <a:off x="1952625" y="2009775"/>
            <a:ext cx="3714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変更なし</a:t>
            </a:r>
          </a:p>
        </p:txBody>
      </p:sp>
      <p:sp>
        <p:nvSpPr>
          <p:cNvPr id="7" name="mval-0">
            <a:extLst xmlns:a="http://schemas.openxmlformats.org/drawingml/2006/main">
              <a:ext uri="{FF2B5EF4-FFF2-40B4-BE49-F238E27FC236}">
                <a16:creationId xmlns:a16="http://schemas.microsoft.com/office/drawing/2014/main" id="{BE64502C-41B5-40F2-A5BD-2567E64B856C}"/>
              </a:ext>
            </a:extLst>
          </p:cNvPr>
          <p:cNvSpPr>
            <a:spLocks xmlns:a="http://schemas.openxmlformats.org/drawingml/2006/main" noGrp="1"/>
          </p:cNvSpPr>
          <p:nvPr/>
        </p:nvSpPr>
        <p:spPr>
          <a:xfrm xmlns:a="http://schemas.openxmlformats.org/drawingml/2006/main">
            <a:off x="6477000" y="1981200"/>
            <a:ext cx="857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800" b="1">
                <a:solidFill>
                  <a:srgbClr val="111111"/>
                </a:solidFill>
                <a:latin typeface="Helvetica Neue"/>
                <a:ea typeface="Helvetica Neue"/>
                <a:cs typeface="Helvetica Neue"/>
              </a:defRPr>
            </a:pPr>
            <a:r>
              <a:rPr sz="1800" b="1">
                <a:solidFill>
                  <a:srgbClr val="111111"/>
                </a:solidFill>
                <a:latin typeface="Helvetica Neue"/>
                <a:ea typeface="Helvetica Neue"/>
                <a:cs typeface="Helvetica Neue"/>
              </a:rPr>
              <a:t>0.0</a:t>
            </a:r>
          </a:p>
        </p:txBody>
      </p:sp>
      <p:sp>
        <p:nvSpPr>
          <p:cNvPr id="8" name="mrow-1">
            <a:extLst xmlns:a="http://schemas.openxmlformats.org/drawingml/2006/main">
              <a:ext uri="{FF2B5EF4-FFF2-40B4-BE49-F238E27FC236}">
                <a16:creationId xmlns:a16="http://schemas.microsoft.com/office/drawing/2014/main" id="{17F8B7BE-5DF9-4D0B-912D-11B1DCC408C6}"/>
              </a:ext>
            </a:extLst>
          </p:cNvPr>
          <p:cNvSpPr>
            <a:spLocks xmlns:a="http://schemas.openxmlformats.org/drawingml/2006/main" noGrp="1"/>
          </p:cNvSpPr>
          <p:nvPr/>
        </p:nvSpPr>
        <p:spPr>
          <a:xfrm xmlns:a="http://schemas.openxmlformats.org/drawingml/2006/main">
            <a:off x="666750" y="2714625"/>
            <a:ext cx="7000875" cy="6667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9" name="mid-1">
            <a:extLst xmlns:a="http://schemas.openxmlformats.org/drawingml/2006/main">
              <a:ext uri="{FF2B5EF4-FFF2-40B4-BE49-F238E27FC236}">
                <a16:creationId xmlns:a16="http://schemas.microsoft.com/office/drawing/2014/main" id="{3D72071A-4721-4C6E-900E-7027F0AB76CD}"/>
              </a:ext>
            </a:extLst>
          </p:cNvPr>
          <p:cNvSpPr>
            <a:spLocks xmlns:a="http://schemas.openxmlformats.org/drawingml/2006/main" noGrp="1"/>
          </p:cNvSpPr>
          <p:nvPr/>
        </p:nvSpPr>
        <p:spPr>
          <a:xfrm xmlns:a="http://schemas.openxmlformats.org/drawingml/2006/main">
            <a:off x="904875" y="2914650"/>
            <a:ext cx="76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文2</a:t>
            </a:r>
          </a:p>
        </p:txBody>
      </p:sp>
      <p:sp>
        <p:nvSpPr>
          <p:cNvPr id="10" name="mdesc-1">
            <a:extLst xmlns:a="http://schemas.openxmlformats.org/drawingml/2006/main">
              <a:ext uri="{FF2B5EF4-FFF2-40B4-BE49-F238E27FC236}">
                <a16:creationId xmlns:a16="http://schemas.microsoft.com/office/drawing/2014/main" id="{0A2BEEDE-2F45-47D1-A8FB-0053655E473D}"/>
              </a:ext>
            </a:extLst>
          </p:cNvPr>
          <p:cNvSpPr>
            <a:spLocks xmlns:a="http://schemas.openxmlformats.org/drawingml/2006/main" noGrp="1"/>
          </p:cNvSpPr>
          <p:nvPr/>
        </p:nvSpPr>
        <p:spPr>
          <a:xfrm xmlns:a="http://schemas.openxmlformats.org/drawingml/2006/main">
            <a:off x="1952625" y="2914650"/>
            <a:ext cx="3714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語句を少し変更</a:t>
            </a:r>
          </a:p>
        </p:txBody>
      </p:sp>
      <p:sp>
        <p:nvSpPr>
          <p:cNvPr id="11" name="mval-1">
            <a:extLst xmlns:a="http://schemas.openxmlformats.org/drawingml/2006/main">
              <a:ext uri="{FF2B5EF4-FFF2-40B4-BE49-F238E27FC236}">
                <a16:creationId xmlns:a16="http://schemas.microsoft.com/office/drawing/2014/main" id="{750ED746-4A1C-4EDC-BD54-523FB5C5ECB5}"/>
              </a:ext>
            </a:extLst>
          </p:cNvPr>
          <p:cNvSpPr>
            <a:spLocks xmlns:a="http://schemas.openxmlformats.org/drawingml/2006/main" noGrp="1"/>
          </p:cNvSpPr>
          <p:nvPr/>
        </p:nvSpPr>
        <p:spPr>
          <a:xfrm xmlns:a="http://schemas.openxmlformats.org/drawingml/2006/main">
            <a:off x="6477000" y="2886075"/>
            <a:ext cx="857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800" b="1">
                <a:solidFill>
                  <a:srgbClr val="111111"/>
                </a:solidFill>
                <a:latin typeface="Helvetica Neue"/>
                <a:ea typeface="Helvetica Neue"/>
                <a:cs typeface="Helvetica Neue"/>
              </a:defRPr>
            </a:pPr>
            <a:r>
              <a:rPr sz="1800" b="1">
                <a:solidFill>
                  <a:srgbClr val="111111"/>
                </a:solidFill>
                <a:latin typeface="Helvetica Neue"/>
                <a:ea typeface="Helvetica Neue"/>
                <a:cs typeface="Helvetica Neue"/>
              </a:rPr>
              <a:t>0.2</a:t>
            </a:r>
          </a:p>
        </p:txBody>
      </p:sp>
      <p:sp>
        <p:nvSpPr>
          <p:cNvPr id="12" name="mrow-2">
            <a:extLst xmlns:a="http://schemas.openxmlformats.org/drawingml/2006/main">
              <a:ext uri="{FF2B5EF4-FFF2-40B4-BE49-F238E27FC236}">
                <a16:creationId xmlns:a16="http://schemas.microsoft.com/office/drawing/2014/main" id="{70FC7DA9-2CF4-4497-9E86-FDD863C7939E}"/>
              </a:ext>
            </a:extLst>
          </p:cNvPr>
          <p:cNvSpPr>
            <a:spLocks xmlns:a="http://schemas.openxmlformats.org/drawingml/2006/main" noGrp="1"/>
          </p:cNvSpPr>
          <p:nvPr/>
        </p:nvSpPr>
        <p:spPr>
          <a:xfrm xmlns:a="http://schemas.openxmlformats.org/drawingml/2006/main">
            <a:off x="666750" y="3619500"/>
            <a:ext cx="7000875" cy="6667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3" name="mid-2">
            <a:extLst xmlns:a="http://schemas.openxmlformats.org/drawingml/2006/main">
              <a:ext uri="{FF2B5EF4-FFF2-40B4-BE49-F238E27FC236}">
                <a16:creationId xmlns:a16="http://schemas.microsoft.com/office/drawing/2014/main" id="{B1CA8435-18AF-4288-8C31-2E16B67F4383}"/>
              </a:ext>
            </a:extLst>
          </p:cNvPr>
          <p:cNvSpPr>
            <a:spLocks xmlns:a="http://schemas.openxmlformats.org/drawingml/2006/main" noGrp="1"/>
          </p:cNvSpPr>
          <p:nvPr/>
        </p:nvSpPr>
        <p:spPr>
          <a:xfrm xmlns:a="http://schemas.openxmlformats.org/drawingml/2006/main">
            <a:off x="904875" y="3819525"/>
            <a:ext cx="76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文3</a:t>
            </a:r>
          </a:p>
        </p:txBody>
      </p:sp>
      <p:sp>
        <p:nvSpPr>
          <p:cNvPr id="14" name="mdesc-2">
            <a:extLst xmlns:a="http://schemas.openxmlformats.org/drawingml/2006/main">
              <a:ext uri="{FF2B5EF4-FFF2-40B4-BE49-F238E27FC236}">
                <a16:creationId xmlns:a16="http://schemas.microsoft.com/office/drawing/2014/main" id="{8AF0975D-40E9-4CF5-A694-3F3CD9CDD7F2}"/>
              </a:ext>
            </a:extLst>
          </p:cNvPr>
          <p:cNvSpPr>
            <a:spLocks xmlns:a="http://schemas.openxmlformats.org/drawingml/2006/main" noGrp="1"/>
          </p:cNvSpPr>
          <p:nvPr/>
        </p:nvSpPr>
        <p:spPr>
          <a:xfrm xmlns:a="http://schemas.openxmlformats.org/drawingml/2006/main">
            <a:off x="1952625" y="3819525"/>
            <a:ext cx="3714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文の多くを書き換え</a:t>
            </a:r>
          </a:p>
        </p:txBody>
      </p:sp>
      <p:sp>
        <p:nvSpPr>
          <p:cNvPr id="15" name="mval-2">
            <a:extLst xmlns:a="http://schemas.openxmlformats.org/drawingml/2006/main">
              <a:ext uri="{FF2B5EF4-FFF2-40B4-BE49-F238E27FC236}">
                <a16:creationId xmlns:a16="http://schemas.microsoft.com/office/drawing/2014/main" id="{271E337B-53CA-4C10-8EF3-572482BFB7BA}"/>
              </a:ext>
            </a:extLst>
          </p:cNvPr>
          <p:cNvSpPr>
            <a:spLocks xmlns:a="http://schemas.openxmlformats.org/drawingml/2006/main" noGrp="1"/>
          </p:cNvSpPr>
          <p:nvPr/>
        </p:nvSpPr>
        <p:spPr>
          <a:xfrm xmlns:a="http://schemas.openxmlformats.org/drawingml/2006/main">
            <a:off x="6477000" y="3790950"/>
            <a:ext cx="857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800" b="1">
                <a:solidFill>
                  <a:srgbClr val="111111"/>
                </a:solidFill>
                <a:latin typeface="Helvetica Neue"/>
                <a:ea typeface="Helvetica Neue"/>
                <a:cs typeface="Helvetica Neue"/>
              </a:defRPr>
            </a:pPr>
            <a:r>
              <a:rPr sz="1800" b="1">
                <a:solidFill>
                  <a:srgbClr val="111111"/>
                </a:solidFill>
                <a:latin typeface="Helvetica Neue"/>
                <a:ea typeface="Helvetica Neue"/>
                <a:cs typeface="Helvetica Neue"/>
              </a:rPr>
              <a:t>0.6</a:t>
            </a:r>
          </a:p>
        </p:txBody>
      </p:sp>
      <p:sp>
        <p:nvSpPr>
          <p:cNvPr id="16" name="average-label">
            <a:extLst xmlns:a="http://schemas.openxmlformats.org/drawingml/2006/main">
              <a:ext uri="{FF2B5EF4-FFF2-40B4-BE49-F238E27FC236}">
                <a16:creationId xmlns:a16="http://schemas.microsoft.com/office/drawing/2014/main" id="{0E2A6345-A1B1-4211-81F7-3644D7383344}"/>
              </a:ext>
            </a:extLst>
          </p:cNvPr>
          <p:cNvSpPr>
            <a:spLocks xmlns:a="http://schemas.openxmlformats.org/drawingml/2006/main" noGrp="1"/>
          </p:cNvSpPr>
          <p:nvPr/>
        </p:nvSpPr>
        <p:spPr>
          <a:xfrm xmlns:a="http://schemas.openxmlformats.org/drawingml/2006/main">
            <a:off x="8334375" y="171450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800" b="1">
                <a:solidFill>
                  <a:srgbClr val="111111"/>
                </a:solidFill>
                <a:latin typeface="Helvetica Neue"/>
                <a:ea typeface="Helvetica Neue"/>
                <a:cs typeface="Helvetica Neue"/>
              </a:defRPr>
            </a:pPr>
            <a:r>
              <a:rPr sz="1800" b="1">
                <a:solidFill>
                  <a:srgbClr val="111111"/>
                </a:solidFill>
                <a:latin typeface="Helvetica Neue"/>
                <a:ea typeface="Helvetica Neue"/>
                <a:cs typeface="Helvetica Neue"/>
              </a:rPr>
              <a:t>台本全体の編集負担</a:t>
            </a:r>
          </a:p>
        </p:txBody>
      </p:sp>
      <p:sp>
        <p:nvSpPr>
          <p:cNvPr id="17" name="average-box">
            <a:extLst xmlns:a="http://schemas.openxmlformats.org/drawingml/2006/main">
              <a:ext uri="{FF2B5EF4-FFF2-40B4-BE49-F238E27FC236}">
                <a16:creationId xmlns:a16="http://schemas.microsoft.com/office/drawing/2014/main" id="{B512D86E-258C-495F-AFE4-C9CD1C6908EF}"/>
              </a:ext>
            </a:extLst>
          </p:cNvPr>
          <p:cNvSpPr>
            <a:spLocks xmlns:a="http://schemas.openxmlformats.org/drawingml/2006/main" noGrp="1"/>
          </p:cNvSpPr>
          <p:nvPr/>
        </p:nvSpPr>
        <p:spPr>
          <a:xfrm xmlns:a="http://schemas.openxmlformats.org/drawingml/2006/main">
            <a:off x="8334375" y="2286000"/>
            <a:ext cx="2857500" cy="1476375"/>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8" name="average-formula">
            <a:extLst xmlns:a="http://schemas.openxmlformats.org/drawingml/2006/main">
              <a:ext uri="{FF2B5EF4-FFF2-40B4-BE49-F238E27FC236}">
                <a16:creationId xmlns:a16="http://schemas.microsoft.com/office/drawing/2014/main" id="{34694AAD-C9EB-4B99-BC4D-C2185D3D7AF0}"/>
              </a:ext>
            </a:extLst>
          </p:cNvPr>
          <p:cNvSpPr>
            <a:spLocks xmlns:a="http://schemas.openxmlformats.org/drawingml/2006/main" noGrp="1"/>
          </p:cNvSpPr>
          <p:nvPr/>
        </p:nvSpPr>
        <p:spPr>
          <a:xfrm xmlns:a="http://schemas.openxmlformats.org/drawingml/2006/main">
            <a:off x="8572500" y="2619375"/>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( 0.0 ＋ 0.2 ＋ 0.6 ) ÷ 3</a:t>
            </a:r>
          </a:p>
        </p:txBody>
      </p:sp>
      <p:sp>
        <p:nvSpPr>
          <p:cNvPr id="19" name="average-value">
            <a:extLst xmlns:a="http://schemas.openxmlformats.org/drawingml/2006/main">
              <a:ext uri="{FF2B5EF4-FFF2-40B4-BE49-F238E27FC236}">
                <a16:creationId xmlns:a16="http://schemas.microsoft.com/office/drawing/2014/main" id="{B5247F74-F768-40D6-AF3D-46BB3E2A74A5}"/>
              </a:ext>
            </a:extLst>
          </p:cNvPr>
          <p:cNvSpPr>
            <a:spLocks xmlns:a="http://schemas.openxmlformats.org/drawingml/2006/main" noGrp="1"/>
          </p:cNvSpPr>
          <p:nvPr/>
        </p:nvSpPr>
        <p:spPr>
          <a:xfrm xmlns:a="http://schemas.openxmlformats.org/drawingml/2006/main">
            <a:off x="8572500" y="3143250"/>
            <a:ext cx="238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250" b="1">
                <a:solidFill>
                  <a:srgbClr val="111111"/>
                </a:solidFill>
                <a:latin typeface="Helvetica Neue"/>
                <a:ea typeface="Helvetica Neue"/>
                <a:cs typeface="Helvetica Neue"/>
              </a:defRPr>
            </a:pPr>
            <a:r>
              <a:rPr sz="2250" b="1">
                <a:solidFill>
                  <a:srgbClr val="111111"/>
                </a:solidFill>
                <a:latin typeface="Helvetica Neue"/>
                <a:ea typeface="Helvetica Neue"/>
                <a:cs typeface="Helvetica Neue"/>
              </a:rPr>
              <a:t>＝ 0.267</a:t>
            </a:r>
          </a:p>
        </p:txBody>
      </p:sp>
      <p:sp>
        <p:nvSpPr>
          <p:cNvPr id="20" name="meaning">
            <a:extLst xmlns:a="http://schemas.openxmlformats.org/drawingml/2006/main">
              <a:ext uri="{FF2B5EF4-FFF2-40B4-BE49-F238E27FC236}">
                <a16:creationId xmlns:a16="http://schemas.microsoft.com/office/drawing/2014/main" id="{1954D1D2-7908-4656-9DA2-82495F942E47}"/>
              </a:ext>
            </a:extLst>
          </p:cNvPr>
          <p:cNvSpPr>
            <a:spLocks xmlns:a="http://schemas.openxmlformats.org/drawingml/2006/main" noGrp="1"/>
          </p:cNvSpPr>
          <p:nvPr/>
        </p:nvSpPr>
        <p:spPr>
          <a:xfrm xmlns:a="http://schemas.openxmlformats.org/drawingml/2006/main">
            <a:off x="8001000" y="4238625"/>
            <a:ext cx="3524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値が小さいほど、生成された時点でユーザの完成形に近い</a:t>
            </a:r>
          </a:p>
        </p:txBody>
      </p:sp>
      <p:sp>
        <p:nvSpPr>
          <p:cNvPr id="21" name="method">
            <a:extLst xmlns:a="http://schemas.openxmlformats.org/drawingml/2006/main">
              <a:ext uri="{FF2B5EF4-FFF2-40B4-BE49-F238E27FC236}">
                <a16:creationId xmlns:a16="http://schemas.microsoft.com/office/drawing/2014/main" id="{77A31494-90C9-47E0-ABBB-4D83C2B8D7A9}"/>
              </a:ext>
            </a:extLst>
          </p:cNvPr>
          <p:cNvSpPr>
            <a:spLocks xmlns:a="http://schemas.openxmlformats.org/drawingml/2006/main" noGrp="1"/>
          </p:cNvSpPr>
          <p:nvPr/>
        </p:nvSpPr>
        <p:spPr>
          <a:xfrm xmlns:a="http://schemas.openxmlformats.org/drawingml/2006/main">
            <a:off x="762000" y="5000625"/>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各文の変更量は、語句の追加・削除・置換の量を文の長さで割って0〜1程度にそろえる。編集しなかった文も0として平均する。</a:t>
            </a:r>
          </a:p>
        </p:txBody>
      </p:sp>
      <p:sp>
        <p:nvSpPr>
          <p:cNvPr id="22" name="metric-foot">
            <a:extLst xmlns:a="http://schemas.openxmlformats.org/drawingml/2006/main">
              <a:ext uri="{FF2B5EF4-FFF2-40B4-BE49-F238E27FC236}">
                <a16:creationId xmlns:a16="http://schemas.microsoft.com/office/drawing/2014/main" id="{AAE4345F-A9BD-4E80-9BBC-1D946070415E}"/>
              </a:ext>
            </a:extLst>
          </p:cNvPr>
          <p:cNvSpPr>
            <a:spLocks xmlns:a="http://schemas.openxmlformats.org/drawingml/2006/main" noGrp="1"/>
          </p:cNvSpPr>
          <p:nvPr/>
        </p:nvSpPr>
        <p:spPr>
          <a:xfrm xmlns:a="http://schemas.openxmlformats.org/drawingml/2006/main">
            <a:off x="2381250" y="5953125"/>
            <a:ext cx="742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425" b="0">
                <a:solidFill>
                  <a:srgbClr val="61666E"/>
                </a:solidFill>
                <a:latin typeface="Helvetica Neue"/>
                <a:ea typeface="Helvetica Neue"/>
                <a:cs typeface="Helvetica Neue"/>
              </a:defRPr>
            </a:pPr>
            <a:r>
              <a:rPr sz="1425" b="0">
                <a:solidFill>
                  <a:srgbClr val="61666E"/>
                </a:solidFill>
                <a:latin typeface="Helvetica Neue"/>
                <a:ea typeface="Helvetica Neue"/>
                <a:cs typeface="Helvetica Neue"/>
              </a:rPr>
              <a:t>※ これは計算方法を示す例。実際の結果は全文章から算出</a:t>
            </a:r>
          </a:p>
        </p:txBody>
      </p:sp>
    </p:spTree>
    <p:extLst>
      <p:ext uri="{BB962C8B-B14F-4D97-AF65-F5344CB8AC3E}">
        <p14:creationId xmlns:p14="http://schemas.microsoft.com/office/powerpoint/2010/main" val="161722458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6">
            <a:extLst xmlns:a="http://schemas.openxmlformats.org/drawingml/2006/main">
              <a:ext uri="{FF2B5EF4-FFF2-40B4-BE49-F238E27FC236}">
                <a16:creationId xmlns:a16="http://schemas.microsoft.com/office/drawing/2014/main" id="{52324D2F-0067-43D7-B3B2-EA0886D5B8D3}"/>
              </a:ext>
            </a:extLst>
          </p:cNvPr>
          <p:cNvSpPr>
            <a:spLocks xmlns:a="http://schemas.openxmlformats.org/drawingml/2006/main" noGrp="1"/>
          </p:cNvSpPr>
          <p:nvPr/>
        </p:nvSpPr>
        <p:spPr>
          <a:xfrm xmlns:a="http://schemas.openxmlformats.org/drawingml/2006/main">
            <a:off x="457200" y="333375"/>
            <a:ext cx="10810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111"/>
                </a:solidFill>
                <a:latin typeface="Helvetica Neue"/>
                <a:ea typeface="Helvetica Neue"/>
                <a:cs typeface="Helvetica Neue"/>
              </a:defRPr>
            </a:pPr>
            <a:r>
              <a:rPr sz="2850" b="1">
                <a:solidFill>
                  <a:srgbClr val="111111"/>
                </a:solidFill>
                <a:latin typeface="Helvetica Neue"/>
                <a:ea typeface="Helvetica Neue"/>
                <a:cs typeface="Helvetica Neue"/>
              </a:rPr>
              <a:t>2回目：4種類すべてで編集負担が小さくなった</a:t>
            </a:r>
          </a:p>
        </p:txBody>
      </p:sp>
      <p:sp>
        <p:nvSpPr>
          <p:cNvPr id="2" name="page-6">
            <a:extLst xmlns:a="http://schemas.openxmlformats.org/drawingml/2006/main">
              <a:ext uri="{FF2B5EF4-FFF2-40B4-BE49-F238E27FC236}">
                <a16:creationId xmlns:a16="http://schemas.microsoft.com/office/drawing/2014/main" id="{5A472AE5-A705-4D41-AB42-2EE83A0244E8}"/>
              </a:ext>
            </a:extLst>
          </p:cNvPr>
          <p:cNvSpPr>
            <a:spLocks xmlns:a="http://schemas.openxmlformats.org/drawingml/2006/main" noGrp="1"/>
          </p:cNvSpPr>
          <p:nvPr/>
        </p:nvSpPr>
        <p:spPr>
          <a:xfrm xmlns:a="http://schemas.openxmlformats.org/drawingml/2006/main">
            <a:off x="11334750" y="6334125"/>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61666E"/>
                </a:solidFill>
                <a:latin typeface="Helvetica Neue"/>
                <a:ea typeface="Helvetica Neue"/>
                <a:cs typeface="Helvetica Neue"/>
              </a:defRPr>
            </a:pPr>
            <a:r>
              <a:rPr sz="975" b="0">
                <a:solidFill>
                  <a:srgbClr val="61666E"/>
                </a:solidFill>
                <a:latin typeface="Helvetica Neue"/>
                <a:ea typeface="Helvetica Neue"/>
                <a:cs typeface="Helvetica Neue"/>
              </a:rPr>
              <a:t>6</a:t>
            </a:r>
          </a:p>
        </p:txBody>
      </p:sp>
      <p:graphicFrame>
        <p:nvGraphicFramePr>
          <p:cNvPr id="10" name="Chart"/>
          <p:cNvGraphicFramePr/>
          <p:nvPr/>
        </p:nvGraphicFramePr>
        <p:xfrm>
          <a:off xmlns:a="http://schemas.openxmlformats.org/drawingml/2006/main" x="571500" y="1381125"/>
          <a:ext xmlns:a="http://schemas.openxmlformats.org/drawingml/2006/main" cx="8096250" cy="4667250"/>
        </p:xfrm>
        <a:graphic xmlns:a="http://schemas.openxmlformats.org/drawingml/2006/main">
          <a:graphicData uri="http://schemas.openxmlformats.org/drawingml/2006/chart">
            <c:chart xmlns:r="http://schemas.openxmlformats.org/officeDocument/2006/relationships" xmlns:c="http://schemas.openxmlformats.org/drawingml/2006/chart" r:id="R7b9b65b7fd2b4a59"/>
          </a:graphicData>
        </a:graphic>
      </p:graphicFrame>
      <p:sp>
        <p:nvSpPr>
          <p:cNvPr id="4" name="chart-unit">
            <a:extLst xmlns:a="http://schemas.openxmlformats.org/drawingml/2006/main">
              <a:ext uri="{FF2B5EF4-FFF2-40B4-BE49-F238E27FC236}">
                <a16:creationId xmlns:a16="http://schemas.microsoft.com/office/drawing/2014/main" id="{92DBA456-54A8-4476-BDB9-C3EC3D799898}"/>
              </a:ext>
            </a:extLst>
          </p:cNvPr>
          <p:cNvSpPr>
            <a:spLocks xmlns:a="http://schemas.openxmlformats.org/drawingml/2006/main" noGrp="1"/>
          </p:cNvSpPr>
          <p:nvPr/>
        </p:nvSpPr>
        <p:spPr>
          <a:xfrm xmlns:a="http://schemas.openxmlformats.org/drawingml/2006/main">
            <a:off x="714375" y="1066800"/>
            <a:ext cx="781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425" b="0">
                <a:solidFill>
                  <a:srgbClr val="61666E"/>
                </a:solidFill>
                <a:latin typeface="Helvetica Neue"/>
                <a:ea typeface="Helvetica Neue"/>
                <a:cs typeface="Helvetica Neue"/>
              </a:defRPr>
            </a:pPr>
            <a:r>
              <a:rPr sz="1425" b="0">
                <a:solidFill>
                  <a:srgbClr val="61666E"/>
                </a:solidFill>
                <a:latin typeface="Helvetica Neue"/>
                <a:ea typeface="Helvetica Neue"/>
                <a:cs typeface="Helvetica Neue"/>
              </a:rPr>
              <a:t>編集負担（小さいほど完成形に近い）</a:t>
            </a:r>
          </a:p>
        </p:txBody>
      </p:sp>
      <p:sp>
        <p:nvSpPr>
          <p:cNvPr id="5" name="r2-head">
            <a:extLst xmlns:a="http://schemas.openxmlformats.org/drawingml/2006/main">
              <a:ext uri="{FF2B5EF4-FFF2-40B4-BE49-F238E27FC236}">
                <a16:creationId xmlns:a16="http://schemas.microsoft.com/office/drawing/2014/main" id="{5899B4EF-6999-4405-8CF5-1210D713D4F8}"/>
              </a:ext>
            </a:extLst>
          </p:cNvPr>
          <p:cNvSpPr>
            <a:spLocks xmlns:a="http://schemas.openxmlformats.org/drawingml/2006/main" noGrp="1"/>
          </p:cNvSpPr>
          <p:nvPr/>
        </p:nvSpPr>
        <p:spPr>
          <a:xfrm xmlns:a="http://schemas.openxmlformats.org/drawingml/2006/main">
            <a:off x="9048750" y="1666875"/>
            <a:ext cx="26193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111111"/>
                </a:solidFill>
                <a:latin typeface="Helvetica Neue"/>
                <a:ea typeface="Helvetica Neue"/>
                <a:cs typeface="Helvetica Neue"/>
              </a:defRPr>
            </a:pPr>
            <a:r>
              <a:rPr sz="1800" b="1">
                <a:solidFill>
                  <a:srgbClr val="111111"/>
                </a:solidFill>
                <a:latin typeface="Helvetica Neue"/>
                <a:ea typeface="Helvetica Neue"/>
                <a:cs typeface="Helvetica Neue"/>
              </a:rPr>
              <a:t>好みを使った場合の変化</a:t>
            </a:r>
          </a:p>
        </p:txBody>
      </p:sp>
      <p:sp>
        <p:nvSpPr>
          <p:cNvPr id="6" name="r2-values">
            <a:extLst xmlns:a="http://schemas.openxmlformats.org/drawingml/2006/main">
              <a:ext uri="{FF2B5EF4-FFF2-40B4-BE49-F238E27FC236}">
                <a16:creationId xmlns:a16="http://schemas.microsoft.com/office/drawing/2014/main" id="{C2071323-F751-41DE-9953-D0EE0BB18718}"/>
              </a:ext>
            </a:extLst>
          </p:cNvPr>
          <p:cNvSpPr>
            <a:spLocks xmlns:a="http://schemas.openxmlformats.org/drawingml/2006/main" noGrp="1"/>
          </p:cNvSpPr>
          <p:nvPr/>
        </p:nvSpPr>
        <p:spPr>
          <a:xfrm xmlns:a="http://schemas.openxmlformats.org/drawingml/2006/main">
            <a:off x="9048750" y="2286000"/>
            <a:ext cx="2619375"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定義重視　55.2%減</a:t>
            </a:r>
          </a:p>
          <a:p xmlns:a="http://schemas.openxmlformats.org/drawingml/2006/main">
            <a:r>
              <a:t/>
            </a:r>
          </a:p>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具体例重視　22.8%減</a:t>
            </a:r>
          </a:p>
          <a:p xmlns:a="http://schemas.openxmlformats.org/drawingml/2006/main">
            <a:r>
              <a:t/>
            </a:r>
          </a:p>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結論先行　編集不要</a:t>
            </a:r>
          </a:p>
          <a:p xmlns:a="http://schemas.openxmlformats.org/drawingml/2006/main">
            <a:r>
              <a:t/>
            </a:r>
          </a:p>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簡潔さ重視　48.2%減</a:t>
            </a:r>
          </a:p>
        </p:txBody>
      </p:sp>
      <p:sp>
        <p:nvSpPr>
          <p:cNvPr id="7" name="r2-foot">
            <a:extLst xmlns:a="http://schemas.openxmlformats.org/drawingml/2006/main">
              <a:ext uri="{FF2B5EF4-FFF2-40B4-BE49-F238E27FC236}">
                <a16:creationId xmlns:a16="http://schemas.microsoft.com/office/drawing/2014/main" id="{7C7F9B07-A5F1-4C3A-BE2F-B76FE9C31A0E}"/>
              </a:ext>
            </a:extLst>
          </p:cNvPr>
          <p:cNvSpPr>
            <a:spLocks xmlns:a="http://schemas.openxmlformats.org/drawingml/2006/main" noGrp="1"/>
          </p:cNvSpPr>
          <p:nvPr/>
        </p:nvSpPr>
        <p:spPr>
          <a:xfrm xmlns:a="http://schemas.openxmlformats.org/drawingml/2006/main">
            <a:off x="8905875" y="5095875"/>
            <a:ext cx="2762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650" b="1">
                <a:solidFill>
                  <a:srgbClr val="111111"/>
                </a:solidFill>
                <a:latin typeface="Helvetica Neue"/>
                <a:ea typeface="Helvetica Neue"/>
                <a:cs typeface="Helvetica Neue"/>
              </a:defRPr>
            </a:pPr>
            <a:r>
              <a:rPr sz="1650" b="1">
                <a:solidFill>
                  <a:srgbClr val="111111"/>
                </a:solidFill>
                <a:latin typeface="Helvetica Neue"/>
                <a:ea typeface="Helvetica Neue"/>
                <a:cs typeface="Helvetica Neue"/>
              </a:rPr>
              <a:t>2回目だけを見ると、すべての好みで改善</a:t>
            </a:r>
          </a:p>
        </p:txBody>
      </p:sp>
    </p:spTree>
    <p:extLst>
      <p:ext uri="{BB962C8B-B14F-4D97-AF65-F5344CB8AC3E}">
        <p14:creationId xmlns:p14="http://schemas.microsoft.com/office/powerpoint/2010/main" val="61030654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itle-7">
            <a:extLst xmlns:a="http://schemas.openxmlformats.org/drawingml/2006/main">
              <a:ext uri="{FF2B5EF4-FFF2-40B4-BE49-F238E27FC236}">
                <a16:creationId xmlns:a16="http://schemas.microsoft.com/office/drawing/2014/main" id="{DC9F5CCC-A144-49DF-931E-6B9BAD8F04AE}"/>
              </a:ext>
            </a:extLst>
          </p:cNvPr>
          <p:cNvSpPr>
            <a:spLocks xmlns:a="http://schemas.openxmlformats.org/drawingml/2006/main" noGrp="1"/>
          </p:cNvSpPr>
          <p:nvPr/>
        </p:nvSpPr>
        <p:spPr>
          <a:xfrm xmlns:a="http://schemas.openxmlformats.org/drawingml/2006/main">
            <a:off x="457200" y="333375"/>
            <a:ext cx="10810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111"/>
                </a:solidFill>
                <a:latin typeface="Helvetica Neue"/>
                <a:ea typeface="Helvetica Neue"/>
                <a:cs typeface="Helvetica Neue"/>
              </a:defRPr>
            </a:pPr>
            <a:r>
              <a:rPr sz="2850" b="1">
                <a:solidFill>
                  <a:srgbClr val="111111"/>
                </a:solidFill>
                <a:latin typeface="Helvetica Neue"/>
                <a:ea typeface="Helvetica Neue"/>
                <a:cs typeface="Helvetica Neue"/>
              </a:rPr>
              <a:t>3回目：定義・簡潔は改善、具体例・結論は悪化</a:t>
            </a:r>
          </a:p>
        </p:txBody>
      </p:sp>
      <p:sp>
        <p:nvSpPr>
          <p:cNvPr id="2" name="page-7">
            <a:extLst xmlns:a="http://schemas.openxmlformats.org/drawingml/2006/main">
              <a:ext uri="{FF2B5EF4-FFF2-40B4-BE49-F238E27FC236}">
                <a16:creationId xmlns:a16="http://schemas.microsoft.com/office/drawing/2014/main" id="{F20F95C4-B682-473C-8E34-FCF77D55E586}"/>
              </a:ext>
            </a:extLst>
          </p:cNvPr>
          <p:cNvSpPr>
            <a:spLocks xmlns:a="http://schemas.openxmlformats.org/drawingml/2006/main" noGrp="1"/>
          </p:cNvSpPr>
          <p:nvPr/>
        </p:nvSpPr>
        <p:spPr>
          <a:xfrm xmlns:a="http://schemas.openxmlformats.org/drawingml/2006/main">
            <a:off x="11334750" y="6334125"/>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61666E"/>
                </a:solidFill>
                <a:latin typeface="Helvetica Neue"/>
                <a:ea typeface="Helvetica Neue"/>
                <a:cs typeface="Helvetica Neue"/>
              </a:defRPr>
            </a:pPr>
            <a:r>
              <a:rPr sz="975" b="0">
                <a:solidFill>
                  <a:srgbClr val="61666E"/>
                </a:solidFill>
                <a:latin typeface="Helvetica Neue"/>
                <a:ea typeface="Helvetica Neue"/>
                <a:cs typeface="Helvetica Neue"/>
              </a:rPr>
              <a:t>7</a:t>
            </a:r>
          </a:p>
        </p:txBody>
      </p:sp>
      <p:graphicFrame>
        <p:nvGraphicFramePr>
          <p:cNvPr id="12" name="Chart"/>
          <p:cNvGraphicFramePr/>
          <p:nvPr/>
        </p:nvGraphicFramePr>
        <p:xfrm>
          <a:off xmlns:a="http://schemas.openxmlformats.org/drawingml/2006/main" x="571500" y="1381125"/>
          <a:ext xmlns:a="http://schemas.openxmlformats.org/drawingml/2006/main" cx="8096250" cy="4667250"/>
        </p:xfrm>
        <a:graphic xmlns:a="http://schemas.openxmlformats.org/drawingml/2006/main">
          <a:graphicData uri="http://schemas.openxmlformats.org/drawingml/2006/chart">
            <c:chart xmlns:r="http://schemas.openxmlformats.org/officeDocument/2006/relationships" xmlns:c="http://schemas.openxmlformats.org/drawingml/2006/chart" r:id="Rf0fc2586a1e24ab4"/>
          </a:graphicData>
        </a:graphic>
      </p:graphicFrame>
      <p:sp>
        <p:nvSpPr>
          <p:cNvPr id="4" name="chart-unit-3">
            <a:extLst xmlns:a="http://schemas.openxmlformats.org/drawingml/2006/main">
              <a:ext uri="{FF2B5EF4-FFF2-40B4-BE49-F238E27FC236}">
                <a16:creationId xmlns:a16="http://schemas.microsoft.com/office/drawing/2014/main" id="{0D8C3D04-FF3D-4C4A-ACE4-2EA08D2E3235}"/>
              </a:ext>
            </a:extLst>
          </p:cNvPr>
          <p:cNvSpPr>
            <a:spLocks xmlns:a="http://schemas.openxmlformats.org/drawingml/2006/main" noGrp="1"/>
          </p:cNvSpPr>
          <p:nvPr/>
        </p:nvSpPr>
        <p:spPr>
          <a:xfrm xmlns:a="http://schemas.openxmlformats.org/drawingml/2006/main">
            <a:off x="714375" y="1066800"/>
            <a:ext cx="781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425" b="0">
                <a:solidFill>
                  <a:srgbClr val="61666E"/>
                </a:solidFill>
                <a:latin typeface="Helvetica Neue"/>
                <a:ea typeface="Helvetica Neue"/>
                <a:cs typeface="Helvetica Neue"/>
              </a:defRPr>
            </a:pPr>
            <a:r>
              <a:rPr sz="1425" b="0">
                <a:solidFill>
                  <a:srgbClr val="61666E"/>
                </a:solidFill>
                <a:latin typeface="Helvetica Neue"/>
                <a:ea typeface="Helvetica Neue"/>
                <a:cs typeface="Helvetica Neue"/>
              </a:rPr>
              <a:t>編集負担（小さいほど完成形に近い）</a:t>
            </a:r>
          </a:p>
        </p:txBody>
      </p:sp>
      <p:sp>
        <p:nvSpPr>
          <p:cNvPr id="5" name="r3-good">
            <a:extLst xmlns:a="http://schemas.openxmlformats.org/drawingml/2006/main">
              <a:ext uri="{FF2B5EF4-FFF2-40B4-BE49-F238E27FC236}">
                <a16:creationId xmlns:a16="http://schemas.microsoft.com/office/drawing/2014/main" id="{B8748E46-F930-47A4-86DB-DB173D972627}"/>
              </a:ext>
            </a:extLst>
          </p:cNvPr>
          <p:cNvSpPr>
            <a:spLocks xmlns:a="http://schemas.openxmlformats.org/drawingml/2006/main" noGrp="1"/>
          </p:cNvSpPr>
          <p:nvPr/>
        </p:nvSpPr>
        <p:spPr>
          <a:xfrm xmlns:a="http://schemas.openxmlformats.org/drawingml/2006/main">
            <a:off x="9096375" y="1666875"/>
            <a:ext cx="247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改善</a:t>
            </a:r>
          </a:p>
        </p:txBody>
      </p:sp>
      <p:sp>
        <p:nvSpPr>
          <p:cNvPr id="6" name="r3-good-v">
            <a:extLst xmlns:a="http://schemas.openxmlformats.org/drawingml/2006/main">
              <a:ext uri="{FF2B5EF4-FFF2-40B4-BE49-F238E27FC236}">
                <a16:creationId xmlns:a16="http://schemas.microsoft.com/office/drawing/2014/main" id="{F6CF8BE1-0D4F-448F-8C01-522471EB0870}"/>
              </a:ext>
            </a:extLst>
          </p:cNvPr>
          <p:cNvSpPr>
            <a:spLocks xmlns:a="http://schemas.openxmlformats.org/drawingml/2006/main" noGrp="1"/>
          </p:cNvSpPr>
          <p:nvPr/>
        </p:nvSpPr>
        <p:spPr>
          <a:xfrm xmlns:a="http://schemas.openxmlformats.org/drawingml/2006/main">
            <a:off x="9096375" y="2190750"/>
            <a:ext cx="2476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定義重視　27.3%減</a:t>
            </a:r>
          </a:p>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簡潔さ重視　27.0%減</a:t>
            </a:r>
          </a:p>
        </p:txBody>
      </p:sp>
      <p:sp>
        <p:nvSpPr>
          <p:cNvPr id="7" name="r3-bad">
            <a:extLst xmlns:a="http://schemas.openxmlformats.org/drawingml/2006/main">
              <a:ext uri="{FF2B5EF4-FFF2-40B4-BE49-F238E27FC236}">
                <a16:creationId xmlns:a16="http://schemas.microsoft.com/office/drawing/2014/main" id="{FDBE7DD4-D28A-4A77-8D16-377AFA1DC08A}"/>
              </a:ext>
            </a:extLst>
          </p:cNvPr>
          <p:cNvSpPr>
            <a:spLocks xmlns:a="http://schemas.openxmlformats.org/drawingml/2006/main" noGrp="1"/>
          </p:cNvSpPr>
          <p:nvPr/>
        </p:nvSpPr>
        <p:spPr>
          <a:xfrm xmlns:a="http://schemas.openxmlformats.org/drawingml/2006/main">
            <a:off x="9096375" y="3476625"/>
            <a:ext cx="247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D66A5E"/>
                </a:solidFill>
                <a:latin typeface="Helvetica Neue"/>
                <a:ea typeface="Helvetica Neue"/>
                <a:cs typeface="Helvetica Neue"/>
              </a:defRPr>
            </a:pPr>
            <a:r>
              <a:rPr sz="1875" b="1">
                <a:solidFill>
                  <a:srgbClr val="D66A5E"/>
                </a:solidFill>
                <a:latin typeface="Helvetica Neue"/>
                <a:ea typeface="Helvetica Neue"/>
                <a:cs typeface="Helvetica Neue"/>
              </a:rPr>
              <a:t>悪化</a:t>
            </a:r>
          </a:p>
        </p:txBody>
      </p:sp>
      <p:sp>
        <p:nvSpPr>
          <p:cNvPr id="8" name="r3-bad-v">
            <a:extLst xmlns:a="http://schemas.openxmlformats.org/drawingml/2006/main">
              <a:ext uri="{FF2B5EF4-FFF2-40B4-BE49-F238E27FC236}">
                <a16:creationId xmlns:a16="http://schemas.microsoft.com/office/drawing/2014/main" id="{8C2E2FE4-4B5A-4F05-856F-C630002F9E20}"/>
              </a:ext>
            </a:extLst>
          </p:cNvPr>
          <p:cNvSpPr>
            <a:spLocks xmlns:a="http://schemas.openxmlformats.org/drawingml/2006/main" noGrp="1"/>
          </p:cNvSpPr>
          <p:nvPr/>
        </p:nvSpPr>
        <p:spPr>
          <a:xfrm xmlns:a="http://schemas.openxmlformats.org/drawingml/2006/main">
            <a:off x="9096375" y="4000500"/>
            <a:ext cx="2476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具体例重視　23.9%増</a:t>
            </a:r>
          </a:p>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結論先行　0 → 0.0135</a:t>
            </a:r>
          </a:p>
        </p:txBody>
      </p:sp>
      <p:sp>
        <p:nvSpPr>
          <p:cNvPr id="9" name="r3-foot">
            <a:extLst xmlns:a="http://schemas.openxmlformats.org/drawingml/2006/main">
              <a:ext uri="{FF2B5EF4-FFF2-40B4-BE49-F238E27FC236}">
                <a16:creationId xmlns:a16="http://schemas.microsoft.com/office/drawing/2014/main" id="{9CFE15E6-27E6-4422-8F8C-40B54E601443}"/>
              </a:ext>
            </a:extLst>
          </p:cNvPr>
          <p:cNvSpPr>
            <a:spLocks xmlns:a="http://schemas.openxmlformats.org/drawingml/2006/main" noGrp="1"/>
          </p:cNvSpPr>
          <p:nvPr/>
        </p:nvSpPr>
        <p:spPr>
          <a:xfrm xmlns:a="http://schemas.openxmlformats.org/drawingml/2006/main">
            <a:off x="8858250" y="5286375"/>
            <a:ext cx="285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650" b="1">
                <a:solidFill>
                  <a:srgbClr val="111111"/>
                </a:solidFill>
                <a:latin typeface="Helvetica Neue"/>
                <a:ea typeface="Helvetica Neue"/>
                <a:cs typeface="Helvetica Neue"/>
              </a:defRPr>
            </a:pPr>
            <a:r>
              <a:rPr sz="1650" b="1">
                <a:solidFill>
                  <a:srgbClr val="111111"/>
                </a:solidFill>
                <a:latin typeface="Helvetica Neue"/>
                <a:ea typeface="Helvetica Neue"/>
                <a:cs typeface="Helvetica Neue"/>
              </a:rPr>
              <a:t>履歴が増えても、常に良くなるわけではない</a:t>
            </a:r>
          </a:p>
        </p:txBody>
      </p:sp>
    </p:spTree>
    <p:extLst>
      <p:ext uri="{BB962C8B-B14F-4D97-AF65-F5344CB8AC3E}">
        <p14:creationId xmlns:p14="http://schemas.microsoft.com/office/powerpoint/2010/main" val="194382910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itle-8">
            <a:extLst xmlns:a="http://schemas.openxmlformats.org/drawingml/2006/main">
              <a:ext uri="{FF2B5EF4-FFF2-40B4-BE49-F238E27FC236}">
                <a16:creationId xmlns:a16="http://schemas.microsoft.com/office/drawing/2014/main" id="{A2FA6E06-415C-4307-B9B6-3C09A57B16EC}"/>
              </a:ext>
            </a:extLst>
          </p:cNvPr>
          <p:cNvSpPr>
            <a:spLocks xmlns:a="http://schemas.openxmlformats.org/drawingml/2006/main" noGrp="1"/>
          </p:cNvSpPr>
          <p:nvPr/>
        </p:nvSpPr>
        <p:spPr>
          <a:xfrm xmlns:a="http://schemas.openxmlformats.org/drawingml/2006/main">
            <a:off x="457200" y="333375"/>
            <a:ext cx="10810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111"/>
                </a:solidFill>
                <a:latin typeface="Helvetica Neue"/>
                <a:ea typeface="Helvetica Neue"/>
                <a:cs typeface="Helvetica Neue"/>
              </a:defRPr>
            </a:pPr>
            <a:r>
              <a:rPr sz="2850" b="1">
                <a:solidFill>
                  <a:srgbClr val="111111"/>
                </a:solidFill>
                <a:latin typeface="Helvetica Neue"/>
                <a:ea typeface="Helvetica Neue"/>
                <a:cs typeface="Helvetica Neue"/>
              </a:rPr>
              <a:t>成功例：結論先行では、2回目の編集が0文になった</a:t>
            </a:r>
          </a:p>
        </p:txBody>
      </p:sp>
      <p:sp>
        <p:nvSpPr>
          <p:cNvPr id="2" name="page-8">
            <a:extLst xmlns:a="http://schemas.openxmlformats.org/drawingml/2006/main">
              <a:ext uri="{FF2B5EF4-FFF2-40B4-BE49-F238E27FC236}">
                <a16:creationId xmlns:a16="http://schemas.microsoft.com/office/drawing/2014/main" id="{4D52444B-38BF-4886-BBB8-50DB0439DE3F}"/>
              </a:ext>
            </a:extLst>
          </p:cNvPr>
          <p:cNvSpPr>
            <a:spLocks xmlns:a="http://schemas.openxmlformats.org/drawingml/2006/main" noGrp="1"/>
          </p:cNvSpPr>
          <p:nvPr/>
        </p:nvSpPr>
        <p:spPr>
          <a:xfrm xmlns:a="http://schemas.openxmlformats.org/drawingml/2006/main">
            <a:off x="11334750" y="6334125"/>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61666E"/>
                </a:solidFill>
                <a:latin typeface="Helvetica Neue"/>
                <a:ea typeface="Helvetica Neue"/>
                <a:cs typeface="Helvetica Neue"/>
              </a:defRPr>
            </a:pPr>
            <a:r>
              <a:rPr sz="975" b="0">
                <a:solidFill>
                  <a:srgbClr val="61666E"/>
                </a:solidFill>
                <a:latin typeface="Helvetica Neue"/>
                <a:ea typeface="Helvetica Neue"/>
                <a:cs typeface="Helvetica Neue"/>
              </a:rPr>
              <a:t>8</a:t>
            </a:r>
          </a:p>
        </p:txBody>
      </p:sp>
      <p:sp>
        <p:nvSpPr>
          <p:cNvPr id="3" name="learn-h">
            <a:extLst xmlns:a="http://schemas.openxmlformats.org/drawingml/2006/main">
              <a:ext uri="{FF2B5EF4-FFF2-40B4-BE49-F238E27FC236}">
                <a16:creationId xmlns:a16="http://schemas.microsoft.com/office/drawing/2014/main" id="{FECEE2C2-499F-4BF0-A2A2-73CC34112A49}"/>
              </a:ext>
            </a:extLst>
          </p:cNvPr>
          <p:cNvSpPr>
            <a:spLocks xmlns:a="http://schemas.openxmlformats.org/drawingml/2006/main" noGrp="1"/>
          </p:cNvSpPr>
          <p:nvPr/>
        </p:nvSpPr>
        <p:spPr>
          <a:xfrm xmlns:a="http://schemas.openxmlformats.org/drawingml/2006/main">
            <a:off x="666750" y="1238250"/>
            <a:ext cx="285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1回目の編集</a:t>
            </a:r>
          </a:p>
        </p:txBody>
      </p:sp>
      <p:sp>
        <p:nvSpPr>
          <p:cNvPr id="4" name="learn-before">
            <a:extLst xmlns:a="http://schemas.openxmlformats.org/drawingml/2006/main">
              <a:ext uri="{FF2B5EF4-FFF2-40B4-BE49-F238E27FC236}">
                <a16:creationId xmlns:a16="http://schemas.microsoft.com/office/drawing/2014/main" id="{5745CC7B-8EDD-4E88-A029-613F755535DE}"/>
              </a:ext>
            </a:extLst>
          </p:cNvPr>
          <p:cNvSpPr>
            <a:spLocks xmlns:a="http://schemas.openxmlformats.org/drawingml/2006/main" noGrp="1"/>
          </p:cNvSpPr>
          <p:nvPr/>
        </p:nvSpPr>
        <p:spPr>
          <a:xfrm xmlns:a="http://schemas.openxmlformats.org/drawingml/2006/main">
            <a:off x="666750" y="1762125"/>
            <a:ext cx="4762500" cy="8572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5" name="learn-before-t">
            <a:extLst xmlns:a="http://schemas.openxmlformats.org/drawingml/2006/main">
              <a:ext uri="{FF2B5EF4-FFF2-40B4-BE49-F238E27FC236}">
                <a16:creationId xmlns:a16="http://schemas.microsoft.com/office/drawing/2014/main" id="{4FC26ECD-3BF4-4ED5-8568-B043CFFB1B5B}"/>
              </a:ext>
            </a:extLst>
          </p:cNvPr>
          <p:cNvSpPr>
            <a:spLocks xmlns:a="http://schemas.openxmlformats.org/drawingml/2006/main" noGrp="1"/>
          </p:cNvSpPr>
          <p:nvPr/>
        </p:nvSpPr>
        <p:spPr>
          <a:xfrm xmlns:a="http://schemas.openxmlformats.org/drawingml/2006/main">
            <a:off x="904875" y="2047875"/>
            <a:ext cx="4286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編集前：「キーの役割を具体化します」</a:t>
            </a:r>
          </a:p>
        </p:txBody>
      </p:sp>
      <p:sp>
        <p:nvSpPr>
          <p:cNvPr id="6" name="learn-after">
            <a:extLst xmlns:a="http://schemas.openxmlformats.org/drawingml/2006/main">
              <a:ext uri="{FF2B5EF4-FFF2-40B4-BE49-F238E27FC236}">
                <a16:creationId xmlns:a16="http://schemas.microsoft.com/office/drawing/2014/main" id="{EC9FB81B-1EF1-4B3E-ACCB-36E804EC3EFE}"/>
              </a:ext>
            </a:extLst>
          </p:cNvPr>
          <p:cNvSpPr>
            <a:spLocks xmlns:a="http://schemas.openxmlformats.org/drawingml/2006/main" noGrp="1"/>
          </p:cNvSpPr>
          <p:nvPr/>
        </p:nvSpPr>
        <p:spPr>
          <a:xfrm xmlns:a="http://schemas.openxmlformats.org/drawingml/2006/main">
            <a:off x="666750" y="2857500"/>
            <a:ext cx="4762500" cy="114300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7" name="learn-after-t">
            <a:extLst xmlns:a="http://schemas.openxmlformats.org/drawingml/2006/main">
              <a:ext uri="{FF2B5EF4-FFF2-40B4-BE49-F238E27FC236}">
                <a16:creationId xmlns:a16="http://schemas.microsoft.com/office/drawing/2014/main" id="{DC5262D5-263D-4FD8-9B63-6ED0CE8C7BDE}"/>
              </a:ext>
            </a:extLst>
          </p:cNvPr>
          <p:cNvSpPr>
            <a:spLocks xmlns:a="http://schemas.openxmlformats.org/drawingml/2006/main" noGrp="1"/>
          </p:cNvSpPr>
          <p:nvPr/>
        </p:nvSpPr>
        <p:spPr>
          <a:xfrm xmlns:a="http://schemas.openxmlformats.org/drawingml/2006/main">
            <a:off x="904875" y="3124200"/>
            <a:ext cx="4286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編集後：「主キーは行を一意に識別し、</a:t>
            </a:r>
          </a:p>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外部キーは表同士を結び付けます」</a:t>
            </a:r>
          </a:p>
        </p:txBody>
      </p:sp>
      <p:sp>
        <p:nvSpPr>
          <p:cNvPr id="8" name="memory">
            <a:extLst xmlns:a="http://schemas.openxmlformats.org/drawingml/2006/main">
              <a:ext uri="{FF2B5EF4-FFF2-40B4-BE49-F238E27FC236}">
                <a16:creationId xmlns:a16="http://schemas.microsoft.com/office/drawing/2014/main" id="{40FF4F0D-ED5D-4FAD-85BF-51C56BE23892}"/>
              </a:ext>
            </a:extLst>
          </p:cNvPr>
          <p:cNvSpPr>
            <a:spLocks xmlns:a="http://schemas.openxmlformats.org/drawingml/2006/main" noGrp="1"/>
          </p:cNvSpPr>
          <p:nvPr/>
        </p:nvSpPr>
        <p:spPr>
          <a:xfrm xmlns:a="http://schemas.openxmlformats.org/drawingml/2006/main">
            <a:off x="6524625" y="1857375"/>
            <a:ext cx="4762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抽出された好み</a:t>
            </a:r>
          </a:p>
          <a:p xmlns:a="http://schemas.openxmlformats.org/drawingml/2006/main">
            <a:pPr algn="ctr">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「曖昧な予告ではなく、主要内容を先に示す」</a:t>
            </a:r>
          </a:p>
        </p:txBody>
      </p:sp>
      <p:sp>
        <p:nvSpPr>
          <p:cNvPr id="9" name="success-arrow">
            <a:extLst xmlns:a="http://schemas.openxmlformats.org/drawingml/2006/main">
              <a:ext uri="{FF2B5EF4-FFF2-40B4-BE49-F238E27FC236}">
                <a16:creationId xmlns:a16="http://schemas.microsoft.com/office/drawing/2014/main" id="{E3B4A46E-5373-4869-8D77-A8CA21672337}"/>
              </a:ext>
            </a:extLst>
          </p:cNvPr>
          <p:cNvSpPr>
            <a:spLocks xmlns:a="http://schemas.openxmlformats.org/drawingml/2006/main" noGrp="1"/>
          </p:cNvSpPr>
          <p:nvPr/>
        </p:nvSpPr>
        <p:spPr>
          <a:xfrm xmlns:a="http://schemas.openxmlformats.org/drawingml/2006/main">
            <a:off x="5572125" y="3238500"/>
            <a:ext cx="809625" cy="381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0" name="compare-h">
            <a:extLst xmlns:a="http://schemas.openxmlformats.org/drawingml/2006/main">
              <a:ext uri="{FF2B5EF4-FFF2-40B4-BE49-F238E27FC236}">
                <a16:creationId xmlns:a16="http://schemas.microsoft.com/office/drawing/2014/main" id="{56285CCA-73AD-449E-9C89-71A96CBAC4D5}"/>
              </a:ext>
            </a:extLst>
          </p:cNvPr>
          <p:cNvSpPr>
            <a:spLocks xmlns:a="http://schemas.openxmlformats.org/drawingml/2006/main" noGrp="1"/>
          </p:cNvSpPr>
          <p:nvPr/>
        </p:nvSpPr>
        <p:spPr>
          <a:xfrm xmlns:a="http://schemas.openxmlformats.org/drawingml/2006/main">
            <a:off x="6524625" y="3143250"/>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2回目に同じ方針で確認</a:t>
            </a:r>
          </a:p>
        </p:txBody>
      </p:sp>
      <p:sp>
        <p:nvSpPr>
          <p:cNvPr id="11" name="control">
            <a:extLst xmlns:a="http://schemas.openxmlformats.org/drawingml/2006/main">
              <a:ext uri="{FF2B5EF4-FFF2-40B4-BE49-F238E27FC236}">
                <a16:creationId xmlns:a16="http://schemas.microsoft.com/office/drawing/2014/main" id="{B91936F5-165B-40C0-937B-A7178266A41F}"/>
              </a:ext>
            </a:extLst>
          </p:cNvPr>
          <p:cNvSpPr>
            <a:spLocks xmlns:a="http://schemas.openxmlformats.org/drawingml/2006/main" noGrp="1"/>
          </p:cNvSpPr>
          <p:nvPr/>
        </p:nvSpPr>
        <p:spPr>
          <a:xfrm xmlns:a="http://schemas.openxmlformats.org/drawingml/2006/main">
            <a:off x="6524625" y="3762375"/>
            <a:ext cx="2190750" cy="114300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2" name="control-t">
            <a:extLst xmlns:a="http://schemas.openxmlformats.org/drawingml/2006/main">
              <a:ext uri="{FF2B5EF4-FFF2-40B4-BE49-F238E27FC236}">
                <a16:creationId xmlns:a16="http://schemas.microsoft.com/office/drawing/2014/main" id="{A23846C9-3D5C-47F9-8AEE-02E08D11B412}"/>
              </a:ext>
            </a:extLst>
          </p:cNvPr>
          <p:cNvSpPr>
            <a:spLocks xmlns:a="http://schemas.openxmlformats.org/drawingml/2006/main" noGrp="1"/>
          </p:cNvSpPr>
          <p:nvPr/>
        </p:nvSpPr>
        <p:spPr>
          <a:xfrm xmlns:a="http://schemas.openxmlformats.org/drawingml/2006/main">
            <a:off x="6762750" y="4048125"/>
            <a:ext cx="17145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好みなし</a:t>
            </a:r>
          </a:p>
          <a:p xmlns:a="http://schemas.openxmlformats.org/drawingml/2006/main">
            <a:pPr algn="ctr">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31文中4文を編集</a:t>
            </a:r>
          </a:p>
        </p:txBody>
      </p:sp>
      <p:sp>
        <p:nvSpPr>
          <p:cNvPr id="13" name="treat">
            <a:extLst xmlns:a="http://schemas.openxmlformats.org/drawingml/2006/main">
              <a:ext uri="{FF2B5EF4-FFF2-40B4-BE49-F238E27FC236}">
                <a16:creationId xmlns:a16="http://schemas.microsoft.com/office/drawing/2014/main" id="{2340D008-713D-4ED9-9941-EAE37312FE10}"/>
              </a:ext>
            </a:extLst>
          </p:cNvPr>
          <p:cNvSpPr>
            <a:spLocks xmlns:a="http://schemas.openxmlformats.org/drawingml/2006/main" noGrp="1"/>
          </p:cNvSpPr>
          <p:nvPr/>
        </p:nvSpPr>
        <p:spPr>
          <a:xfrm xmlns:a="http://schemas.openxmlformats.org/drawingml/2006/main">
            <a:off x="9096375" y="3762375"/>
            <a:ext cx="2190750" cy="114300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4" name="treat-t">
            <a:extLst xmlns:a="http://schemas.openxmlformats.org/drawingml/2006/main">
              <a:ext uri="{FF2B5EF4-FFF2-40B4-BE49-F238E27FC236}">
                <a16:creationId xmlns:a16="http://schemas.microsoft.com/office/drawing/2014/main" id="{43D221C2-8C70-4A8F-9936-4C685B46C870}"/>
              </a:ext>
            </a:extLst>
          </p:cNvPr>
          <p:cNvSpPr>
            <a:spLocks xmlns:a="http://schemas.openxmlformats.org/drawingml/2006/main" noGrp="1"/>
          </p:cNvSpPr>
          <p:nvPr/>
        </p:nvSpPr>
        <p:spPr>
          <a:xfrm xmlns:a="http://schemas.openxmlformats.org/drawingml/2006/main">
            <a:off x="9334500" y="4048125"/>
            <a:ext cx="17145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好みあり</a:t>
            </a:r>
          </a:p>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31文中0文</a:t>
            </a:r>
          </a:p>
        </p:txBody>
      </p:sp>
      <p:sp>
        <p:nvSpPr>
          <p:cNvPr id="15" name="success-foot">
            <a:extLst xmlns:a="http://schemas.openxmlformats.org/drawingml/2006/main">
              <a:ext uri="{FF2B5EF4-FFF2-40B4-BE49-F238E27FC236}">
                <a16:creationId xmlns:a16="http://schemas.microsoft.com/office/drawing/2014/main" id="{2D8CD3CC-86AE-4CCC-915D-9F668808474C}"/>
              </a:ext>
            </a:extLst>
          </p:cNvPr>
          <p:cNvSpPr>
            <a:spLocks xmlns:a="http://schemas.openxmlformats.org/drawingml/2006/main" noGrp="1"/>
          </p:cNvSpPr>
          <p:nvPr/>
        </p:nvSpPr>
        <p:spPr>
          <a:xfrm xmlns:a="http://schemas.openxmlformats.org/drawingml/2006/main">
            <a:off x="1619250" y="5572125"/>
            <a:ext cx="895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編集 → 好み抽出 → 次回生成 → 再編集量の減少、という流れを確認</a:t>
            </a:r>
          </a:p>
        </p:txBody>
      </p:sp>
    </p:spTree>
    <p:extLst>
      <p:ext uri="{BB962C8B-B14F-4D97-AF65-F5344CB8AC3E}">
        <p14:creationId xmlns:p14="http://schemas.microsoft.com/office/powerpoint/2010/main" val="167720714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itle-9">
            <a:extLst xmlns:a="http://schemas.openxmlformats.org/drawingml/2006/main">
              <a:ext uri="{FF2B5EF4-FFF2-40B4-BE49-F238E27FC236}">
                <a16:creationId xmlns:a16="http://schemas.microsoft.com/office/drawing/2014/main" id="{A5892C03-AD73-4EDD-9418-2A191384BA25}"/>
              </a:ext>
            </a:extLst>
          </p:cNvPr>
          <p:cNvSpPr>
            <a:spLocks xmlns:a="http://schemas.openxmlformats.org/drawingml/2006/main" noGrp="1"/>
          </p:cNvSpPr>
          <p:nvPr/>
        </p:nvSpPr>
        <p:spPr>
          <a:xfrm xmlns:a="http://schemas.openxmlformats.org/drawingml/2006/main">
            <a:off x="457200" y="333375"/>
            <a:ext cx="10810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111"/>
                </a:solidFill>
                <a:latin typeface="Helvetica Neue"/>
                <a:ea typeface="Helvetica Neue"/>
                <a:cs typeface="Helvetica Neue"/>
              </a:defRPr>
            </a:pPr>
            <a:r>
              <a:rPr sz="2850" b="1">
                <a:solidFill>
                  <a:srgbClr val="111111"/>
                </a:solidFill>
                <a:latin typeface="Helvetica Neue"/>
                <a:ea typeface="Helvetica Neue"/>
                <a:cs typeface="Helvetica Neue"/>
              </a:rPr>
              <a:t>失敗例：具体例重視では、3回目に編集負担が増えた</a:t>
            </a:r>
          </a:p>
        </p:txBody>
      </p:sp>
      <p:sp>
        <p:nvSpPr>
          <p:cNvPr id="2" name="page-9">
            <a:extLst xmlns:a="http://schemas.openxmlformats.org/drawingml/2006/main">
              <a:ext uri="{FF2B5EF4-FFF2-40B4-BE49-F238E27FC236}">
                <a16:creationId xmlns:a16="http://schemas.microsoft.com/office/drawing/2014/main" id="{4F055143-04A3-4AC7-97EB-35A3A3A69198}"/>
              </a:ext>
            </a:extLst>
          </p:cNvPr>
          <p:cNvSpPr>
            <a:spLocks xmlns:a="http://schemas.openxmlformats.org/drawingml/2006/main" noGrp="1"/>
          </p:cNvSpPr>
          <p:nvPr/>
        </p:nvSpPr>
        <p:spPr>
          <a:xfrm xmlns:a="http://schemas.openxmlformats.org/drawingml/2006/main">
            <a:off x="11334750" y="6334125"/>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61666E"/>
                </a:solidFill>
                <a:latin typeface="Helvetica Neue"/>
                <a:ea typeface="Helvetica Neue"/>
                <a:cs typeface="Helvetica Neue"/>
              </a:defRPr>
            </a:pPr>
            <a:r>
              <a:rPr sz="975" b="0">
                <a:solidFill>
                  <a:srgbClr val="61666E"/>
                </a:solidFill>
                <a:latin typeface="Helvetica Neue"/>
                <a:ea typeface="Helvetica Neue"/>
                <a:cs typeface="Helvetica Neue"/>
              </a:rPr>
              <a:t>9</a:t>
            </a:r>
          </a:p>
        </p:txBody>
      </p:sp>
      <p:sp>
        <p:nvSpPr>
          <p:cNvPr id="3" name="dup-h">
            <a:extLst xmlns:a="http://schemas.openxmlformats.org/drawingml/2006/main">
              <a:ext uri="{FF2B5EF4-FFF2-40B4-BE49-F238E27FC236}">
                <a16:creationId xmlns:a16="http://schemas.microsoft.com/office/drawing/2014/main" id="{CA090EB2-1DD4-4469-9D08-5513D12CF469}"/>
              </a:ext>
            </a:extLst>
          </p:cNvPr>
          <p:cNvSpPr>
            <a:spLocks xmlns:a="http://schemas.openxmlformats.org/drawingml/2006/main" noGrp="1"/>
          </p:cNvSpPr>
          <p:nvPr/>
        </p:nvSpPr>
        <p:spPr>
          <a:xfrm xmlns:a="http://schemas.openxmlformats.org/drawingml/2006/main">
            <a:off x="619125" y="1285875"/>
            <a:ext cx="4476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履歴に蓄積した表現</a:t>
            </a:r>
          </a:p>
        </p:txBody>
      </p:sp>
      <p:sp>
        <p:nvSpPr>
          <p:cNvPr id="4" name="d-0">
            <a:extLst xmlns:a="http://schemas.openxmlformats.org/drawingml/2006/main">
              <a:ext uri="{FF2B5EF4-FFF2-40B4-BE49-F238E27FC236}">
                <a16:creationId xmlns:a16="http://schemas.microsoft.com/office/drawing/2014/main" id="{99497F4D-C8BA-445A-BDFD-13923EC0F805}"/>
              </a:ext>
            </a:extLst>
          </p:cNvPr>
          <p:cNvSpPr>
            <a:spLocks xmlns:a="http://schemas.openxmlformats.org/drawingml/2006/main" noGrp="1"/>
          </p:cNvSpPr>
          <p:nvPr/>
        </p:nvSpPr>
        <p:spPr>
          <a:xfrm xmlns:a="http://schemas.openxmlformats.org/drawingml/2006/main">
            <a:off x="619125" y="1857375"/>
            <a:ext cx="5286375" cy="52387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5" name="dt-0">
            <a:extLst xmlns:a="http://schemas.openxmlformats.org/drawingml/2006/main">
              <a:ext uri="{FF2B5EF4-FFF2-40B4-BE49-F238E27FC236}">
                <a16:creationId xmlns:a16="http://schemas.microsoft.com/office/drawing/2014/main" id="{6986ACC9-73D3-4011-B42A-D8939E639F91}"/>
              </a:ext>
            </a:extLst>
          </p:cNvPr>
          <p:cNvSpPr>
            <a:spLocks xmlns:a="http://schemas.openxmlformats.org/drawingml/2006/main" noGrp="1"/>
          </p:cNvSpPr>
          <p:nvPr/>
        </p:nvSpPr>
        <p:spPr>
          <a:xfrm xmlns:a="http://schemas.openxmlformats.org/drawingml/2006/main">
            <a:off x="857250" y="2009775"/>
            <a:ext cx="4810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抽象説明には具体例を加える</a:t>
            </a:r>
          </a:p>
        </p:txBody>
      </p:sp>
      <p:sp>
        <p:nvSpPr>
          <p:cNvPr id="6" name="d-1">
            <a:extLst xmlns:a="http://schemas.openxmlformats.org/drawingml/2006/main">
              <a:ext uri="{FF2B5EF4-FFF2-40B4-BE49-F238E27FC236}">
                <a16:creationId xmlns:a16="http://schemas.microsoft.com/office/drawing/2014/main" id="{3D75D923-DFB0-4C20-ABED-292108274FDC}"/>
              </a:ext>
            </a:extLst>
          </p:cNvPr>
          <p:cNvSpPr>
            <a:spLocks xmlns:a="http://schemas.openxmlformats.org/drawingml/2006/main" noGrp="1"/>
          </p:cNvSpPr>
          <p:nvPr/>
        </p:nvSpPr>
        <p:spPr>
          <a:xfrm xmlns:a="http://schemas.openxmlformats.org/drawingml/2006/main">
            <a:off x="619125" y="2571750"/>
            <a:ext cx="5286375" cy="523875"/>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7" name="dt-1">
            <a:extLst xmlns:a="http://schemas.openxmlformats.org/drawingml/2006/main">
              <a:ext uri="{FF2B5EF4-FFF2-40B4-BE49-F238E27FC236}">
                <a16:creationId xmlns:a16="http://schemas.microsoft.com/office/drawing/2014/main" id="{17EF2C7D-0455-494B-9E0E-24154CF513B6}"/>
              </a:ext>
            </a:extLst>
          </p:cNvPr>
          <p:cNvSpPr>
            <a:spLocks xmlns:a="http://schemas.openxmlformats.org/drawingml/2006/main" noGrp="1"/>
          </p:cNvSpPr>
          <p:nvPr/>
        </p:nvSpPr>
        <p:spPr>
          <a:xfrm xmlns:a="http://schemas.openxmlformats.org/drawingml/2006/main">
            <a:off x="857250" y="2724150"/>
            <a:ext cx="4810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身近な例を一つ添える</a:t>
            </a:r>
          </a:p>
        </p:txBody>
      </p:sp>
      <p:sp>
        <p:nvSpPr>
          <p:cNvPr id="8" name="d-2">
            <a:extLst xmlns:a="http://schemas.openxmlformats.org/drawingml/2006/main">
              <a:ext uri="{FF2B5EF4-FFF2-40B4-BE49-F238E27FC236}">
                <a16:creationId xmlns:a16="http://schemas.microsoft.com/office/drawing/2014/main" id="{B45DCA07-9DAA-4252-BBED-317D8F38FC64}"/>
              </a:ext>
            </a:extLst>
          </p:cNvPr>
          <p:cNvSpPr>
            <a:spLocks xmlns:a="http://schemas.openxmlformats.org/drawingml/2006/main" noGrp="1"/>
          </p:cNvSpPr>
          <p:nvPr/>
        </p:nvSpPr>
        <p:spPr>
          <a:xfrm xmlns:a="http://schemas.openxmlformats.org/drawingml/2006/main">
            <a:off x="619125" y="3286125"/>
            <a:ext cx="5286375" cy="52387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9" name="dt-2">
            <a:extLst xmlns:a="http://schemas.openxmlformats.org/drawingml/2006/main">
              <a:ext uri="{FF2B5EF4-FFF2-40B4-BE49-F238E27FC236}">
                <a16:creationId xmlns:a16="http://schemas.microsoft.com/office/drawing/2014/main" id="{5896BF2B-57BD-4250-B238-B2B80A4E6580}"/>
              </a:ext>
            </a:extLst>
          </p:cNvPr>
          <p:cNvSpPr>
            <a:spLocks xmlns:a="http://schemas.openxmlformats.org/drawingml/2006/main" noGrp="1"/>
          </p:cNvSpPr>
          <p:nvPr/>
        </p:nvSpPr>
        <p:spPr>
          <a:xfrm xmlns:a="http://schemas.openxmlformats.org/drawingml/2006/main">
            <a:off x="857250" y="3438525"/>
            <a:ext cx="4810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実務的な例で補足する</a:t>
            </a:r>
          </a:p>
        </p:txBody>
      </p:sp>
      <p:sp>
        <p:nvSpPr>
          <p:cNvPr id="10" name="d-3">
            <a:extLst xmlns:a="http://schemas.openxmlformats.org/drawingml/2006/main">
              <a:ext uri="{FF2B5EF4-FFF2-40B4-BE49-F238E27FC236}">
                <a16:creationId xmlns:a16="http://schemas.microsoft.com/office/drawing/2014/main" id="{C8831881-C1E3-4AF8-8B2E-20411CBA524C}"/>
              </a:ext>
            </a:extLst>
          </p:cNvPr>
          <p:cNvSpPr>
            <a:spLocks xmlns:a="http://schemas.openxmlformats.org/drawingml/2006/main" noGrp="1"/>
          </p:cNvSpPr>
          <p:nvPr/>
        </p:nvSpPr>
        <p:spPr>
          <a:xfrm xmlns:a="http://schemas.openxmlformats.org/drawingml/2006/main">
            <a:off x="619125" y="4000500"/>
            <a:ext cx="5286375" cy="523875"/>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1" name="dt-3">
            <a:extLst xmlns:a="http://schemas.openxmlformats.org/drawingml/2006/main">
              <a:ext uri="{FF2B5EF4-FFF2-40B4-BE49-F238E27FC236}">
                <a16:creationId xmlns:a16="http://schemas.microsoft.com/office/drawing/2014/main" id="{C418CB52-A85F-4998-9A4D-24577E2F61B6}"/>
              </a:ext>
            </a:extLst>
          </p:cNvPr>
          <p:cNvSpPr>
            <a:spLocks xmlns:a="http://schemas.openxmlformats.org/drawingml/2006/main" noGrp="1"/>
          </p:cNvSpPr>
          <p:nvPr/>
        </p:nvSpPr>
        <p:spPr>
          <a:xfrm xmlns:a="http://schemas.openxmlformats.org/drawingml/2006/main">
            <a:off x="857250" y="4152900"/>
            <a:ext cx="4810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利用場面と対応付ける</a:t>
            </a:r>
          </a:p>
        </p:txBody>
      </p:sp>
      <p:sp>
        <p:nvSpPr>
          <p:cNvPr id="12" name="fail-arrow">
            <a:extLst xmlns:a="http://schemas.openxmlformats.org/drawingml/2006/main">
              <a:ext uri="{FF2B5EF4-FFF2-40B4-BE49-F238E27FC236}">
                <a16:creationId xmlns:a16="http://schemas.microsoft.com/office/drawing/2014/main" id="{CD6B87FE-8C08-4E5F-A136-D9DB835F6F4A}"/>
              </a:ext>
            </a:extLst>
          </p:cNvPr>
          <p:cNvSpPr>
            <a:spLocks xmlns:a="http://schemas.openxmlformats.org/drawingml/2006/main" noGrp="1"/>
          </p:cNvSpPr>
          <p:nvPr/>
        </p:nvSpPr>
        <p:spPr>
          <a:xfrm xmlns:a="http://schemas.openxmlformats.org/drawingml/2006/main">
            <a:off x="6191250" y="3190875"/>
            <a:ext cx="857250" cy="381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3" name="fail-box">
            <a:extLst xmlns:a="http://schemas.openxmlformats.org/drawingml/2006/main">
              <a:ext uri="{FF2B5EF4-FFF2-40B4-BE49-F238E27FC236}">
                <a16:creationId xmlns:a16="http://schemas.microsoft.com/office/drawing/2014/main" id="{605B3375-3856-4A98-BE95-408228D34D76}"/>
              </a:ext>
            </a:extLst>
          </p:cNvPr>
          <p:cNvSpPr>
            <a:spLocks xmlns:a="http://schemas.openxmlformats.org/drawingml/2006/main" noGrp="1"/>
          </p:cNvSpPr>
          <p:nvPr/>
        </p:nvSpPr>
        <p:spPr>
          <a:xfrm xmlns:a="http://schemas.openxmlformats.org/drawingml/2006/main">
            <a:off x="7524750" y="1952625"/>
            <a:ext cx="3810000" cy="2428875"/>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4" name="fail-title">
            <a:extLst xmlns:a="http://schemas.openxmlformats.org/drawingml/2006/main">
              <a:ext uri="{FF2B5EF4-FFF2-40B4-BE49-F238E27FC236}">
                <a16:creationId xmlns:a16="http://schemas.microsoft.com/office/drawing/2014/main" id="{27F8A8F8-5368-4AA7-9773-0817747FE9B8}"/>
              </a:ext>
            </a:extLst>
          </p:cNvPr>
          <p:cNvSpPr>
            <a:spLocks xmlns:a="http://schemas.openxmlformats.org/drawingml/2006/main" noGrp="1"/>
          </p:cNvSpPr>
          <p:nvPr/>
        </p:nvSpPr>
        <p:spPr>
          <a:xfrm xmlns:a="http://schemas.openxmlformats.org/drawingml/2006/main">
            <a:off x="7858125" y="2286000"/>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具体例重視・3回目</a:t>
            </a:r>
          </a:p>
        </p:txBody>
      </p:sp>
      <p:sp>
        <p:nvSpPr>
          <p:cNvPr id="15" name="fail-values">
            <a:extLst xmlns:a="http://schemas.openxmlformats.org/drawingml/2006/main">
              <a:ext uri="{FF2B5EF4-FFF2-40B4-BE49-F238E27FC236}">
                <a16:creationId xmlns:a16="http://schemas.microsoft.com/office/drawing/2014/main" id="{36433868-4C0E-49AD-B9CE-AFD341DD540A}"/>
              </a:ext>
            </a:extLst>
          </p:cNvPr>
          <p:cNvSpPr>
            <a:spLocks xmlns:a="http://schemas.openxmlformats.org/drawingml/2006/main" noGrp="1"/>
          </p:cNvSpPr>
          <p:nvPr/>
        </p:nvSpPr>
        <p:spPr>
          <a:xfrm xmlns:a="http://schemas.openxmlformats.org/drawingml/2006/main">
            <a:off x="7858125" y="3000375"/>
            <a:ext cx="31432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0">
                <a:solidFill>
                  <a:srgbClr val="111111"/>
                </a:solidFill>
                <a:latin typeface="Helvetica Neue"/>
                <a:ea typeface="Helvetica Neue"/>
                <a:cs typeface="Helvetica Neue"/>
              </a:defRPr>
            </a:pPr>
            <a:r>
              <a:rPr sz="1875" b="0">
                <a:solidFill>
                  <a:srgbClr val="111111"/>
                </a:solidFill>
                <a:latin typeface="Helvetica Neue"/>
                <a:ea typeface="Helvetica Neue"/>
                <a:cs typeface="Helvetica Neue"/>
              </a:rPr>
              <a:t>好みなし　0.0674</a:t>
            </a:r>
          </a:p>
          <a:p xmlns:a="http://schemas.openxmlformats.org/drawingml/2006/main">
            <a:pPr algn="l">
              <a:defRPr sz="1875" b="0">
                <a:solidFill>
                  <a:srgbClr val="111111"/>
                </a:solidFill>
                <a:latin typeface="Helvetica Neue"/>
                <a:ea typeface="Helvetica Neue"/>
                <a:cs typeface="Helvetica Neue"/>
              </a:defRPr>
            </a:pPr>
            <a:r>
              <a:rPr sz="1875" b="0">
                <a:solidFill>
                  <a:srgbClr val="111111"/>
                </a:solidFill>
                <a:latin typeface="Helvetica Neue"/>
                <a:ea typeface="Helvetica Neue"/>
                <a:cs typeface="Helvetica Neue"/>
              </a:rPr>
              <a:t>好みあり　0.0835</a:t>
            </a:r>
          </a:p>
        </p:txBody>
      </p:sp>
      <p:sp>
        <p:nvSpPr>
          <p:cNvPr id="16" name="fail-red">
            <a:extLst xmlns:a="http://schemas.openxmlformats.org/drawingml/2006/main">
              <a:ext uri="{FF2B5EF4-FFF2-40B4-BE49-F238E27FC236}">
                <a16:creationId xmlns:a16="http://schemas.microsoft.com/office/drawing/2014/main" id="{C4C235F4-E78F-4AA2-8EAD-CB9FFF7621C2}"/>
              </a:ext>
            </a:extLst>
          </p:cNvPr>
          <p:cNvSpPr>
            <a:spLocks xmlns:a="http://schemas.openxmlformats.org/drawingml/2006/main" noGrp="1"/>
          </p:cNvSpPr>
          <p:nvPr/>
        </p:nvSpPr>
        <p:spPr>
          <a:xfrm xmlns:a="http://schemas.openxmlformats.org/drawingml/2006/main">
            <a:off x="7858125" y="3857625"/>
            <a:ext cx="3143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D66A5E"/>
                </a:solidFill>
                <a:latin typeface="Helvetica Neue"/>
                <a:ea typeface="Helvetica Neue"/>
                <a:cs typeface="Helvetica Neue"/>
              </a:defRPr>
            </a:pPr>
            <a:r>
              <a:rPr sz="1800" b="1">
                <a:solidFill>
                  <a:srgbClr val="D66A5E"/>
                </a:solidFill>
                <a:latin typeface="Helvetica Neue"/>
                <a:ea typeface="Helvetica Neue"/>
                <a:cs typeface="Helvetica Neue"/>
              </a:rPr>
              <a:t>編集負担 23.9%増</a:t>
            </a:r>
          </a:p>
        </p:txBody>
      </p:sp>
      <p:sp>
        <p:nvSpPr>
          <p:cNvPr id="17" name="fail-meaning">
            <a:extLst xmlns:a="http://schemas.openxmlformats.org/drawingml/2006/main">
              <a:ext uri="{FF2B5EF4-FFF2-40B4-BE49-F238E27FC236}">
                <a16:creationId xmlns:a16="http://schemas.microsoft.com/office/drawing/2014/main" id="{9FFB367F-AFC6-498B-AE5D-2F2137F8FB2F}"/>
              </a:ext>
            </a:extLst>
          </p:cNvPr>
          <p:cNvSpPr>
            <a:spLocks xmlns:a="http://schemas.openxmlformats.org/drawingml/2006/main" noGrp="1"/>
          </p:cNvSpPr>
          <p:nvPr/>
        </p:nvSpPr>
        <p:spPr>
          <a:xfrm xmlns:a="http://schemas.openxmlformats.org/drawingml/2006/main">
            <a:off x="1238250" y="5095875"/>
            <a:ext cx="9715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似た好みを別々に蓄積すると、必要でない箇所にも適用される可能性がある</a:t>
            </a:r>
          </a:p>
        </p:txBody>
      </p:sp>
      <p:sp>
        <p:nvSpPr>
          <p:cNvPr id="18" name="fail-next">
            <a:extLst xmlns:a="http://schemas.openxmlformats.org/drawingml/2006/main">
              <a:ext uri="{FF2B5EF4-FFF2-40B4-BE49-F238E27FC236}">
                <a16:creationId xmlns:a16="http://schemas.microsoft.com/office/drawing/2014/main" id="{37D774DB-C01B-4B5A-AF99-8F9DF23DD97F}"/>
              </a:ext>
            </a:extLst>
          </p:cNvPr>
          <p:cNvSpPr>
            <a:spLocks xmlns:a="http://schemas.openxmlformats.org/drawingml/2006/main" noGrp="1"/>
          </p:cNvSpPr>
          <p:nvPr/>
        </p:nvSpPr>
        <p:spPr>
          <a:xfrm xmlns:a="http://schemas.openxmlformats.org/drawingml/2006/main">
            <a:off x="2190750" y="5857875"/>
            <a:ext cx="781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00" b="0">
                <a:solidFill>
                  <a:srgbClr val="61666E"/>
                </a:solidFill>
                <a:latin typeface="Helvetica Neue"/>
                <a:ea typeface="Helvetica Neue"/>
                <a:cs typeface="Helvetica Neue"/>
              </a:defRPr>
            </a:pPr>
            <a:r>
              <a:rPr sz="1500" b="0">
                <a:solidFill>
                  <a:srgbClr val="61666E"/>
                </a:solidFill>
                <a:latin typeface="Helvetica Neue"/>
                <a:ea typeface="Helvetica Neue"/>
                <a:cs typeface="Helvetica Neue"/>
              </a:rPr>
              <a:t>必要な改善：重複する好みの統合／適用しない条件の記憶</a:t>
            </a:r>
          </a:p>
        </p:txBody>
      </p:sp>
    </p:spTree>
    <p:extLst>
      <p:ext uri="{BB962C8B-B14F-4D97-AF65-F5344CB8AC3E}">
        <p14:creationId xmlns:p14="http://schemas.microsoft.com/office/powerpoint/2010/main" val="160816323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itle-10">
            <a:extLst xmlns:a="http://schemas.openxmlformats.org/drawingml/2006/main">
              <a:ext uri="{FF2B5EF4-FFF2-40B4-BE49-F238E27FC236}">
                <a16:creationId xmlns:a16="http://schemas.microsoft.com/office/drawing/2014/main" id="{8393A7B3-6099-4DA9-80DC-FF57AA360443}"/>
              </a:ext>
            </a:extLst>
          </p:cNvPr>
          <p:cNvSpPr>
            <a:spLocks xmlns:a="http://schemas.openxmlformats.org/drawingml/2006/main" noGrp="1"/>
          </p:cNvSpPr>
          <p:nvPr/>
        </p:nvSpPr>
        <p:spPr>
          <a:xfrm xmlns:a="http://schemas.openxmlformats.org/drawingml/2006/main">
            <a:off x="457200" y="333375"/>
            <a:ext cx="10810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111"/>
                </a:solidFill>
                <a:latin typeface="Helvetica Neue"/>
                <a:ea typeface="Helvetica Neue"/>
                <a:cs typeface="Helvetica Neue"/>
              </a:defRPr>
            </a:pPr>
            <a:r>
              <a:rPr sz="2850" b="1">
                <a:solidFill>
                  <a:srgbClr val="111111"/>
                </a:solidFill>
                <a:latin typeface="Helvetica Neue"/>
                <a:ea typeface="Helvetica Neue"/>
                <a:cs typeface="Helvetica Neue"/>
              </a:rPr>
              <a:t>今回分かったことと、次に確かめること</a:t>
            </a:r>
          </a:p>
        </p:txBody>
      </p:sp>
      <p:sp>
        <p:nvSpPr>
          <p:cNvPr id="2" name="page-10">
            <a:extLst xmlns:a="http://schemas.openxmlformats.org/drawingml/2006/main">
              <a:ext uri="{FF2B5EF4-FFF2-40B4-BE49-F238E27FC236}">
                <a16:creationId xmlns:a16="http://schemas.microsoft.com/office/drawing/2014/main" id="{352E3A39-AD58-4FD5-B77D-568C78DC6290}"/>
              </a:ext>
            </a:extLst>
          </p:cNvPr>
          <p:cNvSpPr>
            <a:spLocks xmlns:a="http://schemas.openxmlformats.org/drawingml/2006/main" noGrp="1"/>
          </p:cNvSpPr>
          <p:nvPr/>
        </p:nvSpPr>
        <p:spPr>
          <a:xfrm xmlns:a="http://schemas.openxmlformats.org/drawingml/2006/main">
            <a:off x="11334750" y="6334125"/>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61666E"/>
                </a:solidFill>
                <a:latin typeface="Helvetica Neue"/>
                <a:ea typeface="Helvetica Neue"/>
                <a:cs typeface="Helvetica Neue"/>
              </a:defRPr>
            </a:pPr>
            <a:r>
              <a:rPr sz="975" b="0">
                <a:solidFill>
                  <a:srgbClr val="61666E"/>
                </a:solidFill>
                <a:latin typeface="Helvetica Neue"/>
                <a:ea typeface="Helvetica Neue"/>
                <a:cs typeface="Helvetica Neue"/>
              </a:rPr>
              <a:t>10</a:t>
            </a:r>
          </a:p>
        </p:txBody>
      </p:sp>
      <p:sp>
        <p:nvSpPr>
          <p:cNvPr id="3" name="known-h">
            <a:extLst xmlns:a="http://schemas.openxmlformats.org/drawingml/2006/main">
              <a:ext uri="{FF2B5EF4-FFF2-40B4-BE49-F238E27FC236}">
                <a16:creationId xmlns:a16="http://schemas.microsoft.com/office/drawing/2014/main" id="{1E98D086-008B-47D6-BC99-2E77C62DD51D}"/>
              </a:ext>
            </a:extLst>
          </p:cNvPr>
          <p:cNvSpPr>
            <a:spLocks xmlns:a="http://schemas.openxmlformats.org/drawingml/2006/main" noGrp="1"/>
          </p:cNvSpPr>
          <p:nvPr/>
        </p:nvSpPr>
        <p:spPr>
          <a:xfrm xmlns:a="http://schemas.openxmlformats.org/drawingml/2006/main">
            <a:off x="666750" y="138112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950" b="1">
                <a:solidFill>
                  <a:srgbClr val="111111"/>
                </a:solidFill>
                <a:latin typeface="Helvetica Neue"/>
                <a:ea typeface="Helvetica Neue"/>
                <a:cs typeface="Helvetica Neue"/>
              </a:defRPr>
            </a:pPr>
            <a:r>
              <a:rPr sz="1950" b="1">
                <a:solidFill>
                  <a:srgbClr val="111111"/>
                </a:solidFill>
                <a:latin typeface="Helvetica Neue"/>
                <a:ea typeface="Helvetica Neue"/>
                <a:cs typeface="Helvetica Neue"/>
              </a:rPr>
              <a:t>今回分かったこと</a:t>
            </a:r>
          </a:p>
        </p:txBody>
      </p:sp>
      <p:sp>
        <p:nvSpPr>
          <p:cNvPr id="4" name="known">
            <a:extLst xmlns:a="http://schemas.openxmlformats.org/drawingml/2006/main">
              <a:ext uri="{FF2B5EF4-FFF2-40B4-BE49-F238E27FC236}">
                <a16:creationId xmlns:a16="http://schemas.microsoft.com/office/drawing/2014/main" id="{4366C579-B723-4C4E-BA07-760FC5105E43}"/>
              </a:ext>
            </a:extLst>
          </p:cNvPr>
          <p:cNvSpPr>
            <a:spLocks xmlns:a="http://schemas.openxmlformats.org/drawingml/2006/main" noGrp="1"/>
          </p:cNvSpPr>
          <p:nvPr/>
        </p:nvSpPr>
        <p:spPr>
          <a:xfrm xmlns:a="http://schemas.openxmlformats.org/drawingml/2006/main">
            <a:off x="666750" y="1952625"/>
            <a:ext cx="4953000" cy="2428875"/>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5" name="known-t">
            <a:extLst xmlns:a="http://schemas.openxmlformats.org/drawingml/2006/main">
              <a:ext uri="{FF2B5EF4-FFF2-40B4-BE49-F238E27FC236}">
                <a16:creationId xmlns:a16="http://schemas.microsoft.com/office/drawing/2014/main" id="{6BD8E636-DE40-4488-A6C7-5DA37EE785AE}"/>
              </a:ext>
            </a:extLst>
          </p:cNvPr>
          <p:cNvSpPr>
            <a:spLocks xmlns:a="http://schemas.openxmlformats.org/drawingml/2006/main" noGrp="1"/>
          </p:cNvSpPr>
          <p:nvPr/>
        </p:nvSpPr>
        <p:spPr>
          <a:xfrm xmlns:a="http://schemas.openxmlformats.org/drawingml/2006/main">
            <a:off x="1000125" y="2333625"/>
            <a:ext cx="4286250" cy="1666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0">
                <a:solidFill>
                  <a:srgbClr val="111111"/>
                </a:solidFill>
                <a:latin typeface="Helvetica Neue"/>
                <a:ea typeface="Helvetica Neue"/>
                <a:cs typeface="Helvetica Neue"/>
              </a:defRPr>
            </a:pPr>
            <a:r>
              <a:rPr sz="1725" b="0">
                <a:solidFill>
                  <a:srgbClr val="111111"/>
                </a:solidFill>
                <a:latin typeface="Helvetica Neue"/>
                <a:ea typeface="Helvetica Neue"/>
                <a:cs typeface="Helvetica Neue"/>
              </a:rPr>
              <a:t>・編集履歴から次回生成を変えられた</a:t>
            </a:r>
          </a:p>
          <a:p xmlns:a="http://schemas.openxmlformats.org/drawingml/2006/main">
            <a:r>
              <a:t/>
            </a:r>
          </a:p>
          <a:p xmlns:a="http://schemas.openxmlformats.org/drawingml/2006/main">
            <a:pPr algn="l">
              <a:defRPr sz="1725" b="0">
                <a:solidFill>
                  <a:srgbClr val="111111"/>
                </a:solidFill>
                <a:latin typeface="Helvetica Neue"/>
                <a:ea typeface="Helvetica Neue"/>
                <a:cs typeface="Helvetica Neue"/>
              </a:defRPr>
            </a:pPr>
            <a:r>
              <a:rPr sz="1725" b="0">
                <a:solidFill>
                  <a:srgbClr val="111111"/>
                </a:solidFill>
                <a:latin typeface="Helvetica Neue"/>
                <a:ea typeface="Helvetica Neue"/>
                <a:cs typeface="Helvetica Neue"/>
              </a:rPr>
              <a:t>・編集量が減る好みがあった</a:t>
            </a:r>
          </a:p>
          <a:p xmlns:a="http://schemas.openxmlformats.org/drawingml/2006/main">
            <a:r>
              <a:t/>
            </a:r>
          </a:p>
          <a:p xmlns:a="http://schemas.openxmlformats.org/drawingml/2006/main">
            <a:pPr algn="l">
              <a:defRPr sz="1725" b="0">
                <a:solidFill>
                  <a:srgbClr val="111111"/>
                </a:solidFill>
                <a:latin typeface="Helvetica Neue"/>
                <a:ea typeface="Helvetica Neue"/>
                <a:cs typeface="Helvetica Neue"/>
              </a:defRPr>
            </a:pPr>
            <a:r>
              <a:rPr sz="1725" b="0">
                <a:solidFill>
                  <a:srgbClr val="111111"/>
                </a:solidFill>
                <a:latin typeface="Helvetica Neue"/>
                <a:ea typeface="Helvetica Neue"/>
                <a:cs typeface="Helvetica Neue"/>
              </a:rPr>
              <a:t>・履歴が増えると悪化する場合もあった</a:t>
            </a:r>
          </a:p>
        </p:txBody>
      </p:sp>
      <p:sp>
        <p:nvSpPr>
          <p:cNvPr id="6" name="next-h">
            <a:extLst xmlns:a="http://schemas.openxmlformats.org/drawingml/2006/main">
              <a:ext uri="{FF2B5EF4-FFF2-40B4-BE49-F238E27FC236}">
                <a16:creationId xmlns:a16="http://schemas.microsoft.com/office/drawing/2014/main" id="{FB4837FF-8A38-4B6F-A0E4-77913CD2CE20}"/>
              </a:ext>
            </a:extLst>
          </p:cNvPr>
          <p:cNvSpPr>
            <a:spLocks xmlns:a="http://schemas.openxmlformats.org/drawingml/2006/main" noGrp="1"/>
          </p:cNvSpPr>
          <p:nvPr/>
        </p:nvSpPr>
        <p:spPr>
          <a:xfrm xmlns:a="http://schemas.openxmlformats.org/drawingml/2006/main">
            <a:off x="6572250" y="138112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950" b="1">
                <a:solidFill>
                  <a:srgbClr val="111111"/>
                </a:solidFill>
                <a:latin typeface="Helvetica Neue"/>
                <a:ea typeface="Helvetica Neue"/>
                <a:cs typeface="Helvetica Neue"/>
              </a:defRPr>
            </a:pPr>
            <a:r>
              <a:rPr sz="1950" b="1">
                <a:solidFill>
                  <a:srgbClr val="111111"/>
                </a:solidFill>
                <a:latin typeface="Helvetica Neue"/>
                <a:ea typeface="Helvetica Neue"/>
                <a:cs typeface="Helvetica Neue"/>
              </a:rPr>
              <a:t>次に確かめること</a:t>
            </a:r>
          </a:p>
        </p:txBody>
      </p:sp>
      <p:sp>
        <p:nvSpPr>
          <p:cNvPr id="7" name="next">
            <a:extLst xmlns:a="http://schemas.openxmlformats.org/drawingml/2006/main">
              <a:ext uri="{FF2B5EF4-FFF2-40B4-BE49-F238E27FC236}">
                <a16:creationId xmlns:a16="http://schemas.microsoft.com/office/drawing/2014/main" id="{1E131E93-650F-4CE6-9006-06FD17C45DCB}"/>
              </a:ext>
            </a:extLst>
          </p:cNvPr>
          <p:cNvSpPr>
            <a:spLocks xmlns:a="http://schemas.openxmlformats.org/drawingml/2006/main" noGrp="1"/>
          </p:cNvSpPr>
          <p:nvPr/>
        </p:nvSpPr>
        <p:spPr>
          <a:xfrm xmlns:a="http://schemas.openxmlformats.org/drawingml/2006/main">
            <a:off x="6572250" y="1952625"/>
            <a:ext cx="4953000" cy="242887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8" name="next-t">
            <a:extLst xmlns:a="http://schemas.openxmlformats.org/drawingml/2006/main">
              <a:ext uri="{FF2B5EF4-FFF2-40B4-BE49-F238E27FC236}">
                <a16:creationId xmlns:a16="http://schemas.microsoft.com/office/drawing/2014/main" id="{24927BE6-D20F-4051-B63A-D3D2768A5C5B}"/>
              </a:ext>
            </a:extLst>
          </p:cNvPr>
          <p:cNvSpPr>
            <a:spLocks xmlns:a="http://schemas.openxmlformats.org/drawingml/2006/main" noGrp="1"/>
          </p:cNvSpPr>
          <p:nvPr/>
        </p:nvSpPr>
        <p:spPr>
          <a:xfrm xmlns:a="http://schemas.openxmlformats.org/drawingml/2006/main">
            <a:off x="6905625" y="2333625"/>
            <a:ext cx="4286250" cy="1666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0">
                <a:solidFill>
                  <a:srgbClr val="111111"/>
                </a:solidFill>
                <a:latin typeface="Helvetica Neue"/>
                <a:ea typeface="Helvetica Neue"/>
                <a:cs typeface="Helvetica Neue"/>
              </a:defRPr>
            </a:pPr>
            <a:r>
              <a:rPr sz="1725" b="0">
                <a:solidFill>
                  <a:srgbClr val="111111"/>
                </a:solidFill>
                <a:latin typeface="Helvetica Neue"/>
                <a:ea typeface="Helvetica Neue"/>
                <a:cs typeface="Helvetica Neue"/>
              </a:rPr>
              <a:t>・似た好みを統合すると安定するか</a:t>
            </a:r>
          </a:p>
          <a:p xmlns:a="http://schemas.openxmlformats.org/drawingml/2006/main">
            <a:r>
              <a:t/>
            </a:r>
          </a:p>
          <a:p xmlns:a="http://schemas.openxmlformats.org/drawingml/2006/main">
            <a:pPr algn="l">
              <a:defRPr sz="1725" b="0">
                <a:solidFill>
                  <a:srgbClr val="111111"/>
                </a:solidFill>
                <a:latin typeface="Helvetica Neue"/>
                <a:ea typeface="Helvetica Neue"/>
                <a:cs typeface="Helvetica Neue"/>
              </a:defRPr>
            </a:pPr>
            <a:r>
              <a:rPr sz="1725" b="0">
                <a:solidFill>
                  <a:srgbClr val="111111"/>
                </a:solidFill>
                <a:latin typeface="Helvetica Neue"/>
                <a:ea typeface="Helvetica Neue"/>
                <a:cs typeface="Helvetica Neue"/>
              </a:rPr>
              <a:t>・同じ条件を繰り返して再現するか</a:t>
            </a:r>
          </a:p>
          <a:p xmlns:a="http://schemas.openxmlformats.org/drawingml/2006/main">
            <a:r>
              <a:t/>
            </a:r>
          </a:p>
          <a:p xmlns:a="http://schemas.openxmlformats.org/drawingml/2006/main">
            <a:pPr algn="l">
              <a:defRPr sz="1725" b="0">
                <a:solidFill>
                  <a:srgbClr val="111111"/>
                </a:solidFill>
                <a:latin typeface="Helvetica Neue"/>
                <a:ea typeface="Helvetica Neue"/>
                <a:cs typeface="Helvetica Neue"/>
              </a:defRPr>
            </a:pPr>
            <a:r>
              <a:rPr sz="1725" b="0">
                <a:solidFill>
                  <a:srgbClr val="111111"/>
                </a:solidFill>
                <a:latin typeface="Helvetica Neue"/>
                <a:ea typeface="Helvetica Neue"/>
                <a:cs typeface="Helvetica Neue"/>
              </a:rPr>
              <a:t>・実ユーザでも編集量が減るか</a:t>
            </a:r>
          </a:p>
        </p:txBody>
      </p:sp>
      <p:sp>
        <p:nvSpPr>
          <p:cNvPr id="9" name="conclusion">
            <a:extLst xmlns:a="http://schemas.openxmlformats.org/drawingml/2006/main">
              <a:ext uri="{FF2B5EF4-FFF2-40B4-BE49-F238E27FC236}">
                <a16:creationId xmlns:a16="http://schemas.microsoft.com/office/drawing/2014/main" id="{A907ED24-1DD7-4D69-9C1D-AD00BD048C0B}"/>
              </a:ext>
            </a:extLst>
          </p:cNvPr>
          <p:cNvSpPr>
            <a:spLocks xmlns:a="http://schemas.openxmlformats.org/drawingml/2006/main" noGrp="1"/>
          </p:cNvSpPr>
          <p:nvPr/>
        </p:nvSpPr>
        <p:spPr>
          <a:xfrm xmlns:a="http://schemas.openxmlformats.org/drawingml/2006/main">
            <a:off x="1238250" y="5095875"/>
            <a:ext cx="9715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025" b="1">
                <a:solidFill>
                  <a:srgbClr val="111111"/>
                </a:solidFill>
                <a:latin typeface="Helvetica Neue"/>
                <a:ea typeface="Helvetica Neue"/>
                <a:cs typeface="Helvetica Neue"/>
              </a:defRPr>
            </a:pPr>
            <a:r>
              <a:rPr sz="2025" b="1">
                <a:solidFill>
                  <a:srgbClr val="111111"/>
                </a:solidFill>
                <a:latin typeface="Helvetica Neue"/>
                <a:ea typeface="Helvetica Neue"/>
                <a:cs typeface="Helvetica Neue"/>
              </a:rPr>
              <a:t>今回は有効性の証明ではなく、仕組みが動くことと改善すべき点を確認した予備実験</a:t>
            </a:r>
          </a:p>
        </p:txBody>
      </p:sp>
    </p:spTree>
    <p:extLst>
      <p:ext uri="{BB962C8B-B14F-4D97-AF65-F5344CB8AC3E}">
        <p14:creationId xmlns:p14="http://schemas.microsoft.com/office/powerpoint/2010/main" val="142887265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2026-08-16T12:52:37.9860000Z</dcterms:created>
  <dcterms:modified xsi:type="dcterms:W3CDTF">2026-08-16T12:52:37.9860000Z</dcterms:modified>
</coreProperties>
</file>